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9" r:id="rId4"/>
  </p:sldMasterIdLst>
  <p:notesMasterIdLst>
    <p:notesMasterId r:id="rId14"/>
  </p:notesMasterIdLst>
  <p:sldIdLst>
    <p:sldId id="256" r:id="rId5"/>
    <p:sldId id="257" r:id="rId6"/>
    <p:sldId id="258" r:id="rId7"/>
    <p:sldId id="259" r:id="rId8"/>
    <p:sldId id="260" r:id="rId9"/>
    <p:sldId id="261" r:id="rId10"/>
    <p:sldId id="262" r:id="rId11"/>
    <p:sldId id="263"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C757"/>
    <a:srgbClr val="0616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9CEBCE-F534-20AB-39D0-2F1B4103F105}" v="97" dt="2026-03-11T23:12:49.783"/>
    <p1510:client id="{48C68FC6-49C1-445A-A030-7672826717E6}" v="73" dt="2026-03-12T21:20:27.65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LT Pro"/>
          <a:ea typeface="Avenir Next LT Pro"/>
          <a:cs typeface="Avenir Next LT Pro"/>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BF9"/>
          </a:solidFill>
        </a:fill>
      </a:tcStyle>
    </a:wholeTbl>
    <a:band2H>
      <a:tcTxStyle/>
      <a:tcStyle>
        <a:tcBdr/>
        <a:fill>
          <a:solidFill>
            <a:srgbClr val="E8EEFC"/>
          </a:solidFill>
        </a:fill>
      </a:tcStyle>
    </a:band2H>
    <a:firstCol>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firstCol>
    <a:la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lastRow>
    <a:fir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firstRow>
  </a:tblStyle>
  <a:tblStyle styleId="{C7B018BB-80A7-4F77-B60F-C8B233D01FF8}" styleName="">
    <a:tblBg/>
    <a:wholeTbl>
      <a:tcTxStyle b="off" i="off">
        <a:font>
          <a:latin typeface="Avenir Next LT Pro"/>
          <a:ea typeface="Avenir Next LT Pro"/>
          <a:cs typeface="Avenir Next LT Pro"/>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D5D1"/>
          </a:solidFill>
        </a:fill>
      </a:tcStyle>
    </a:wholeTbl>
    <a:band2H>
      <a:tcTxStyle/>
      <a:tcStyle>
        <a:tcBdr/>
        <a:fill>
          <a:solidFill>
            <a:srgbClr val="FCEBEA"/>
          </a:solidFill>
        </a:fill>
      </a:tcStyle>
    </a:band2H>
    <a:firstCol>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Avenir Next LT Pro"/>
          <a:ea typeface="Avenir Next LT Pro"/>
          <a:cs typeface="Avenir Next LT Pro"/>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CFD1"/>
          </a:solidFill>
        </a:fill>
      </a:tcStyle>
    </a:wholeTbl>
    <a:band2H>
      <a:tcTxStyle/>
      <a:tcStyle>
        <a:tcBdr/>
        <a:fill>
          <a:solidFill>
            <a:srgbClr val="E9E9E9"/>
          </a:solidFill>
        </a:fill>
      </a:tcStyle>
    </a:band2H>
    <a:firstCol>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
          <a:latin typeface="Avenir Next LT Pro"/>
          <a:ea typeface="Avenir Next LT Pro"/>
          <a:cs typeface="Avenir Next LT Pro"/>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DCCA"/>
          </a:solidFill>
        </a:fill>
      </a:tcStyle>
    </a:wholeTbl>
    <a:band2H>
      <a:tcTxStyle/>
      <a:tcStyle>
        <a:tcBdr/>
        <a:fill>
          <a:solidFill>
            <a:srgbClr val="FFEEE7"/>
          </a:solidFill>
        </a:fill>
      </a:tcStyle>
    </a:band2H>
    <a:firstCol>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
          <a:latin typeface="Avenir Next LT Pro"/>
          <a:ea typeface="Avenir Next LT Pro"/>
          <a:cs typeface="Avenir Next LT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venir Next LT Pro"/>
          <a:ea typeface="Avenir Next LT Pro"/>
          <a:cs typeface="Avenir Next LT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venir Next LT Pro"/>
          <a:ea typeface="Avenir Next LT Pro"/>
          <a:cs typeface="Avenir Next LT Pro"/>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venir Next LT Pro"/>
          <a:ea typeface="Avenir Next LT Pro"/>
          <a:cs typeface="Avenir Next LT Pro"/>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
          <a:latin typeface="Avenir Next LT Pro"/>
          <a:ea typeface="Avenir Next LT Pro"/>
          <a:cs typeface="Avenir Next LT Pro"/>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966" autoAdjust="0"/>
  </p:normalViewPr>
  <p:slideViewPr>
    <p:cSldViewPr snapToGrid="0">
      <p:cViewPr varScale="1">
        <p:scale>
          <a:sx n="66" d="100"/>
          <a:sy n="66" d="100"/>
        </p:scale>
        <p:origin x="1068"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s van Boxtel" userId="S::ljj.vanboxtel@student.avans.nl::7c4e9f8f-3c4a-493f-96e5-47f0a0f31c0c" providerId="AD" clId="Web-{099CEBCE-F534-20AB-39D0-2F1B4103F105}"/>
    <pc:docChg chg="addSld modSld sldOrd">
      <pc:chgData name="lucas van Boxtel" userId="S::ljj.vanboxtel@student.avans.nl::7c4e9f8f-3c4a-493f-96e5-47f0a0f31c0c" providerId="AD" clId="Web-{099CEBCE-F534-20AB-39D0-2F1B4103F105}" dt="2026-03-11T23:12:49.783" v="104" actId="20577"/>
      <pc:docMkLst>
        <pc:docMk/>
      </pc:docMkLst>
      <pc:sldChg chg="addSp delSp modSp new ord">
        <pc:chgData name="lucas van Boxtel" userId="S::ljj.vanboxtel@student.avans.nl::7c4e9f8f-3c4a-493f-96e5-47f0a0f31c0c" providerId="AD" clId="Web-{099CEBCE-F534-20AB-39D0-2F1B4103F105}" dt="2026-03-11T23:08:54.277" v="84" actId="14100"/>
        <pc:sldMkLst>
          <pc:docMk/>
          <pc:sldMk cId="3612849111" sldId="266"/>
        </pc:sldMkLst>
        <pc:spChg chg="mod">
          <ac:chgData name="lucas van Boxtel" userId="S::ljj.vanboxtel@student.avans.nl::7c4e9f8f-3c4a-493f-96e5-47f0a0f31c0c" providerId="AD" clId="Web-{099CEBCE-F534-20AB-39D0-2F1B4103F105}" dt="2026-03-11T23:06:58.166" v="29" actId="20577"/>
          <ac:spMkLst>
            <pc:docMk/>
            <pc:sldMk cId="3612849111" sldId="266"/>
            <ac:spMk id="2" creationId="{883AAA71-5A90-D67F-36E9-158DAA4BDFC3}"/>
          </ac:spMkLst>
        </pc:spChg>
        <pc:spChg chg="add del mod">
          <ac:chgData name="lucas van Boxtel" userId="S::ljj.vanboxtel@student.avans.nl::7c4e9f8f-3c4a-493f-96e5-47f0a0f31c0c" providerId="AD" clId="Web-{099CEBCE-F534-20AB-39D0-2F1B4103F105}" dt="2026-03-11T23:08:54.277" v="84" actId="14100"/>
          <ac:spMkLst>
            <pc:docMk/>
            <pc:sldMk cId="3612849111" sldId="266"/>
            <ac:spMk id="3" creationId="{25449E5A-BE72-64C5-5AB9-9BB6D1D55EA3}"/>
          </ac:spMkLst>
        </pc:spChg>
        <pc:spChg chg="add del mod">
          <ac:chgData name="lucas van Boxtel" userId="S::ljj.vanboxtel@student.avans.nl::7c4e9f8f-3c4a-493f-96e5-47f0a0f31c0c" providerId="AD" clId="Web-{099CEBCE-F534-20AB-39D0-2F1B4103F105}" dt="2026-03-11T23:08:33.183" v="78"/>
          <ac:spMkLst>
            <pc:docMk/>
            <pc:sldMk cId="3612849111" sldId="266"/>
            <ac:spMk id="5" creationId="{2BA3851C-B220-C25D-A233-26E5D47CBA0E}"/>
          </ac:spMkLst>
        </pc:spChg>
      </pc:sldChg>
      <pc:sldChg chg="modSp new ord">
        <pc:chgData name="lucas van Boxtel" userId="S::ljj.vanboxtel@student.avans.nl::7c4e9f8f-3c4a-493f-96e5-47f0a0f31c0c" providerId="AD" clId="Web-{099CEBCE-F534-20AB-39D0-2F1B4103F105}" dt="2026-03-11T23:12:49.783" v="104" actId="20577"/>
        <pc:sldMkLst>
          <pc:docMk/>
          <pc:sldMk cId="1108122153" sldId="267"/>
        </pc:sldMkLst>
        <pc:spChg chg="mod">
          <ac:chgData name="lucas van Boxtel" userId="S::ljj.vanboxtel@student.avans.nl::7c4e9f8f-3c4a-493f-96e5-47f0a0f31c0c" providerId="AD" clId="Web-{099CEBCE-F534-20AB-39D0-2F1B4103F105}" dt="2026-03-11T23:05:33.274" v="4" actId="20577"/>
          <ac:spMkLst>
            <pc:docMk/>
            <pc:sldMk cId="1108122153" sldId="267"/>
            <ac:spMk id="2" creationId="{9210A961-21B4-60AA-5C8D-FA7849F6961D}"/>
          </ac:spMkLst>
        </pc:spChg>
        <pc:spChg chg="mod">
          <ac:chgData name="lucas van Boxtel" userId="S::ljj.vanboxtel@student.avans.nl::7c4e9f8f-3c4a-493f-96e5-47f0a0f31c0c" providerId="AD" clId="Web-{099CEBCE-F534-20AB-39D0-2F1B4103F105}" dt="2026-03-11T23:12:49.783" v="104" actId="20577"/>
          <ac:spMkLst>
            <pc:docMk/>
            <pc:sldMk cId="1108122153" sldId="267"/>
            <ac:spMk id="3" creationId="{09E89148-4117-CF42-1C94-7FD5542FC817}"/>
          </ac:spMkLst>
        </pc:spChg>
      </pc:sldChg>
    </pc:docChg>
  </pc:docChgLst>
  <pc:docChgLst>
    <pc:chgData name="Bavli Armanyous" userId="2614e947-2a9c-4f9a-b146-f5ffa7aca4cc" providerId="ADAL" clId="{F9025844-0D46-4D37-8C74-FC46BD0E6BF2}"/>
    <pc:docChg chg="undo custSel delSld modSld modMainMaster">
      <pc:chgData name="Bavli Armanyous" userId="2614e947-2a9c-4f9a-b146-f5ffa7aca4cc" providerId="ADAL" clId="{F9025844-0D46-4D37-8C74-FC46BD0E6BF2}" dt="2026-03-12T21:20:27.074" v="667" actId="20577"/>
      <pc:docMkLst>
        <pc:docMk/>
      </pc:docMkLst>
      <pc:sldChg chg="addSp delSp modSp mod setBg modClrScheme delDesignElem chgLayout modNotesTx">
        <pc:chgData name="Bavli Armanyous" userId="2614e947-2a9c-4f9a-b146-f5ffa7aca4cc" providerId="ADAL" clId="{F9025844-0D46-4D37-8C74-FC46BD0E6BF2}" dt="2026-03-12T19:39:14.519" v="496" actId="20577"/>
        <pc:sldMkLst>
          <pc:docMk/>
          <pc:sldMk cId="0" sldId="256"/>
        </pc:sldMkLst>
        <pc:spChg chg="mod ord">
          <ac:chgData name="Bavli Armanyous" userId="2614e947-2a9c-4f9a-b146-f5ffa7aca4cc" providerId="ADAL" clId="{F9025844-0D46-4D37-8C74-FC46BD0E6BF2}" dt="2026-03-11T14:41:45.243" v="30" actId="207"/>
          <ac:spMkLst>
            <pc:docMk/>
            <pc:sldMk cId="0" sldId="256"/>
            <ac:spMk id="2" creationId="{00000000-0000-0000-0000-000000000000}"/>
          </ac:spMkLst>
        </pc:spChg>
        <pc:spChg chg="add del">
          <ac:chgData name="Bavli Armanyous" userId="2614e947-2a9c-4f9a-b146-f5ffa7aca4cc" providerId="ADAL" clId="{F9025844-0D46-4D37-8C74-FC46BD0E6BF2}" dt="2026-03-11T14:35:23.919" v="4" actId="26606"/>
          <ac:spMkLst>
            <pc:docMk/>
            <pc:sldMk cId="0" sldId="256"/>
            <ac:spMk id="3" creationId="{00000000-0000-0000-0000-000000000000}"/>
          </ac:spMkLst>
        </pc:spChg>
        <pc:spChg chg="add mod">
          <ac:chgData name="Bavli Armanyous" userId="2614e947-2a9c-4f9a-b146-f5ffa7aca4cc" providerId="ADAL" clId="{F9025844-0D46-4D37-8C74-FC46BD0E6BF2}" dt="2026-03-11T14:47:50.557" v="73" actId="208"/>
          <ac:spMkLst>
            <pc:docMk/>
            <pc:sldMk cId="0" sldId="256"/>
            <ac:spMk id="3" creationId="{D0554655-D141-9857-9423-C68DF8437952}"/>
          </ac:spMkLst>
        </pc:spChg>
        <pc:spChg chg="add del mod">
          <ac:chgData name="Bavli Armanyous" userId="2614e947-2a9c-4f9a-b146-f5ffa7aca4cc" providerId="ADAL" clId="{F9025844-0D46-4D37-8C74-FC46BD0E6BF2}" dt="2026-03-11T14:35:23.915" v="3" actId="26606"/>
          <ac:spMkLst>
            <pc:docMk/>
            <pc:sldMk cId="0" sldId="256"/>
            <ac:spMk id="10" creationId="{09B7A7AC-6808-873B-2961-26DA7BB30984}"/>
          </ac:spMkLst>
        </pc:spChg>
        <pc:spChg chg="add mod">
          <ac:chgData name="Bavli Armanyous" userId="2614e947-2a9c-4f9a-b146-f5ffa7aca4cc" providerId="ADAL" clId="{F9025844-0D46-4D37-8C74-FC46BD0E6BF2}" dt="2026-03-11T14:41:55.112" v="31" actId="5793"/>
          <ac:spMkLst>
            <pc:docMk/>
            <pc:sldMk cId="0" sldId="256"/>
            <ac:spMk id="12" creationId="{42D19923-DF8E-6717-6D97-B2CF2DCD0649}"/>
          </ac:spMkLst>
        </pc:spChg>
        <pc:spChg chg="add del mod">
          <ac:chgData name="Bavli Armanyous" userId="2614e947-2a9c-4f9a-b146-f5ffa7aca4cc" providerId="ADAL" clId="{F9025844-0D46-4D37-8C74-FC46BD0E6BF2}" dt="2026-03-11T14:35:59.371" v="6" actId="26606"/>
          <ac:spMkLst>
            <pc:docMk/>
            <pc:sldMk cId="0" sldId="256"/>
            <ac:spMk id="13" creationId="{2076C6E9-481F-625E-E488-D975463820AA}"/>
          </ac:spMkLst>
        </pc:spChg>
        <pc:spChg chg="add del">
          <ac:chgData name="Bavli Armanyous" userId="2614e947-2a9c-4f9a-b146-f5ffa7aca4cc" providerId="ADAL" clId="{F9025844-0D46-4D37-8C74-FC46BD0E6BF2}" dt="2026-03-11T14:36:05.322" v="8"/>
          <ac:spMkLst>
            <pc:docMk/>
            <pc:sldMk cId="0" sldId="256"/>
            <ac:spMk id="18" creationId="{F13C74B1-5B17-4795-BED0-7140497B445A}"/>
          </ac:spMkLst>
        </pc:spChg>
        <pc:spChg chg="add del">
          <ac:chgData name="Bavli Armanyous" userId="2614e947-2a9c-4f9a-b146-f5ffa7aca4cc" providerId="ADAL" clId="{F9025844-0D46-4D37-8C74-FC46BD0E6BF2}" dt="2026-03-11T14:36:05.322" v="8"/>
          <ac:spMkLst>
            <pc:docMk/>
            <pc:sldMk cId="0" sldId="256"/>
            <ac:spMk id="20" creationId="{D4974D33-8DC5-464E-8C6D-BE58F0669C17}"/>
          </ac:spMkLst>
        </pc:spChg>
        <pc:picChg chg="add mod">
          <ac:chgData name="Bavli Armanyous" userId="2614e947-2a9c-4f9a-b146-f5ffa7aca4cc" providerId="ADAL" clId="{F9025844-0D46-4D37-8C74-FC46BD0E6BF2}" dt="2026-03-11T14:35:59.371" v="6" actId="26606"/>
          <ac:picMkLst>
            <pc:docMk/>
            <pc:sldMk cId="0" sldId="256"/>
            <ac:picMk id="5" creationId="{1468326F-793E-A587-7E1C-DCCEF5FEEFBF}"/>
          </ac:picMkLst>
        </pc:picChg>
      </pc:sldChg>
      <pc:sldChg chg="addSp delSp modSp mod setBg modNotesTx">
        <pc:chgData name="Bavli Armanyous" userId="2614e947-2a9c-4f9a-b146-f5ffa7aca4cc" providerId="ADAL" clId="{F9025844-0D46-4D37-8C74-FC46BD0E6BF2}" dt="2026-03-12T19:39:11.311" v="495" actId="20577"/>
        <pc:sldMkLst>
          <pc:docMk/>
          <pc:sldMk cId="0" sldId="257"/>
        </pc:sldMkLst>
        <pc:spChg chg="del mod">
          <ac:chgData name="Bavli Armanyous" userId="2614e947-2a9c-4f9a-b146-f5ffa7aca4cc" providerId="ADAL" clId="{F9025844-0D46-4D37-8C74-FC46BD0E6BF2}" dt="2026-03-12T19:04:44.712" v="351" actId="478"/>
          <ac:spMkLst>
            <pc:docMk/>
            <pc:sldMk cId="0" sldId="257"/>
            <ac:spMk id="2" creationId="{00000000-0000-0000-0000-000000000000}"/>
          </ac:spMkLst>
        </pc:spChg>
        <pc:spChg chg="mod">
          <ac:chgData name="Bavli Armanyous" userId="2614e947-2a9c-4f9a-b146-f5ffa7aca4cc" providerId="ADAL" clId="{F9025844-0D46-4D37-8C74-FC46BD0E6BF2}" dt="2026-03-12T19:25:45.260" v="388" actId="108"/>
          <ac:spMkLst>
            <pc:docMk/>
            <pc:sldMk cId="0" sldId="257"/>
            <ac:spMk id="3" creationId="{00000000-0000-0000-0000-000000000000}"/>
          </ac:spMkLst>
        </pc:spChg>
        <pc:spChg chg="add">
          <ac:chgData name="Bavli Armanyous" userId="2614e947-2a9c-4f9a-b146-f5ffa7aca4cc" providerId="ADAL" clId="{F9025844-0D46-4D37-8C74-FC46BD0E6BF2}" dt="2026-03-12T18:54:48.041" v="235"/>
          <ac:spMkLst>
            <pc:docMk/>
            <pc:sldMk cId="0" sldId="257"/>
            <ac:spMk id="5" creationId="{3DDC792A-B5DE-503A-7FDF-D97A043848B9}"/>
          </ac:spMkLst>
        </pc:spChg>
        <pc:spChg chg="add del mod">
          <ac:chgData name="Bavli Armanyous" userId="2614e947-2a9c-4f9a-b146-f5ffa7aca4cc" providerId="ADAL" clId="{F9025844-0D46-4D37-8C74-FC46BD0E6BF2}" dt="2026-03-12T19:04:47.715" v="352" actId="478"/>
          <ac:spMkLst>
            <pc:docMk/>
            <pc:sldMk cId="0" sldId="257"/>
            <ac:spMk id="7" creationId="{43B74502-C495-6AFE-B38A-5795FF3DB6CD}"/>
          </ac:spMkLst>
        </pc:spChg>
        <pc:spChg chg="add del">
          <ac:chgData name="Bavli Armanyous" userId="2614e947-2a9c-4f9a-b146-f5ffa7aca4cc" providerId="ADAL" clId="{F9025844-0D46-4D37-8C74-FC46BD0E6BF2}" dt="2026-03-12T19:04:50.677" v="354" actId="22"/>
          <ac:spMkLst>
            <pc:docMk/>
            <pc:sldMk cId="0" sldId="257"/>
            <ac:spMk id="9" creationId="{7C476487-1276-D26F-031D-45AED30FDADF}"/>
          </ac:spMkLst>
        </pc:spChg>
        <pc:spChg chg="add mod">
          <ac:chgData name="Bavli Armanyous" userId="2614e947-2a9c-4f9a-b146-f5ffa7aca4cc" providerId="ADAL" clId="{F9025844-0D46-4D37-8C74-FC46BD0E6BF2}" dt="2026-03-12T19:05:00.125" v="361" actId="20577"/>
          <ac:spMkLst>
            <pc:docMk/>
            <pc:sldMk cId="0" sldId="257"/>
            <ac:spMk id="10" creationId="{19B64B4B-4D37-EBA5-37F2-8A157EFDBFD8}"/>
          </ac:spMkLst>
        </pc:spChg>
        <pc:picChg chg="add mod">
          <ac:chgData name="Bavli Armanyous" userId="2614e947-2a9c-4f9a-b146-f5ffa7aca4cc" providerId="ADAL" clId="{F9025844-0D46-4D37-8C74-FC46BD0E6BF2}" dt="2026-03-11T14:39:04.178" v="15"/>
          <ac:picMkLst>
            <pc:docMk/>
            <pc:sldMk cId="0" sldId="257"/>
            <ac:picMk id="4" creationId="{872F624F-4F88-B029-38CF-336931858075}"/>
          </ac:picMkLst>
        </pc:picChg>
        <pc:picChg chg="add del mod">
          <ac:chgData name="Bavli Armanyous" userId="2614e947-2a9c-4f9a-b146-f5ffa7aca4cc" providerId="ADAL" clId="{F9025844-0D46-4D37-8C74-FC46BD0E6BF2}" dt="2026-03-11T14:41:04.107" v="21" actId="478"/>
          <ac:picMkLst>
            <pc:docMk/>
            <pc:sldMk cId="0" sldId="257"/>
            <ac:picMk id="6" creationId="{30F0A7A1-9F39-AA31-F74C-F05FD3E64869}"/>
          </ac:picMkLst>
        </pc:picChg>
      </pc:sldChg>
      <pc:sldChg chg="addSp delSp modSp mod modNotesTx">
        <pc:chgData name="Bavli Armanyous" userId="2614e947-2a9c-4f9a-b146-f5ffa7aca4cc" providerId="ADAL" clId="{F9025844-0D46-4D37-8C74-FC46BD0E6BF2}" dt="2026-03-12T19:55:43.357" v="546" actId="20577"/>
        <pc:sldMkLst>
          <pc:docMk/>
          <pc:sldMk cId="0" sldId="258"/>
        </pc:sldMkLst>
        <pc:spChg chg="mod">
          <ac:chgData name="Bavli Armanyous" userId="2614e947-2a9c-4f9a-b146-f5ffa7aca4cc" providerId="ADAL" clId="{F9025844-0D46-4D37-8C74-FC46BD0E6BF2}" dt="2026-03-12T19:04:36.162" v="349" actId="1076"/>
          <ac:spMkLst>
            <pc:docMk/>
            <pc:sldMk cId="0" sldId="258"/>
            <ac:spMk id="2" creationId="{00000000-0000-0000-0000-000000000000}"/>
          </ac:spMkLst>
        </pc:spChg>
        <pc:spChg chg="del">
          <ac:chgData name="Bavli Armanyous" userId="2614e947-2a9c-4f9a-b146-f5ffa7aca4cc" providerId="ADAL" clId="{F9025844-0D46-4D37-8C74-FC46BD0E6BF2}" dt="2026-03-12T19:15:28.284" v="363" actId="478"/>
          <ac:spMkLst>
            <pc:docMk/>
            <pc:sldMk cId="0" sldId="258"/>
            <ac:spMk id="3" creationId="{00000000-0000-0000-0000-000000000000}"/>
          </ac:spMkLst>
        </pc:spChg>
        <pc:spChg chg="del">
          <ac:chgData name="Bavli Armanyous" userId="2614e947-2a9c-4f9a-b146-f5ffa7aca4cc" providerId="ADAL" clId="{F9025844-0D46-4D37-8C74-FC46BD0E6BF2}" dt="2026-03-12T19:17:59.611" v="375" actId="478"/>
          <ac:spMkLst>
            <pc:docMk/>
            <pc:sldMk cId="0" sldId="258"/>
            <ac:spMk id="5" creationId="{00000000-0000-0000-0000-000000000000}"/>
          </ac:spMkLst>
        </pc:spChg>
        <pc:spChg chg="add del mod">
          <ac:chgData name="Bavli Armanyous" userId="2614e947-2a9c-4f9a-b146-f5ffa7aca4cc" providerId="ADAL" clId="{F9025844-0D46-4D37-8C74-FC46BD0E6BF2}" dt="2026-03-12T19:15:30.325" v="364" actId="478"/>
          <ac:spMkLst>
            <pc:docMk/>
            <pc:sldMk cId="0" sldId="258"/>
            <ac:spMk id="8" creationId="{5DEDB461-32E7-A037-9C9B-B8A17F8F148E}"/>
          </ac:spMkLst>
        </pc:spChg>
        <pc:spChg chg="add mod">
          <ac:chgData name="Bavli Armanyous" userId="2614e947-2a9c-4f9a-b146-f5ffa7aca4cc" providerId="ADAL" clId="{F9025844-0D46-4D37-8C74-FC46BD0E6BF2}" dt="2026-03-12T19:17:03.859" v="374" actId="108"/>
          <ac:spMkLst>
            <pc:docMk/>
            <pc:sldMk cId="0" sldId="258"/>
            <ac:spMk id="9" creationId="{47554A08-0E2F-3C67-4DD1-1EF99B4F41AC}"/>
          </ac:spMkLst>
        </pc:spChg>
        <pc:spChg chg="add del mod">
          <ac:chgData name="Bavli Armanyous" userId="2614e947-2a9c-4f9a-b146-f5ffa7aca4cc" providerId="ADAL" clId="{F9025844-0D46-4D37-8C74-FC46BD0E6BF2}" dt="2026-03-12T19:20:05.386" v="378" actId="478"/>
          <ac:spMkLst>
            <pc:docMk/>
            <pc:sldMk cId="0" sldId="258"/>
            <ac:spMk id="10" creationId="{D07BF87F-277E-FE60-01FA-AC86752A64A2}"/>
          </ac:spMkLst>
        </pc:spChg>
        <pc:picChg chg="mod">
          <ac:chgData name="Bavli Armanyous" userId="2614e947-2a9c-4f9a-b146-f5ffa7aca4cc" providerId="ADAL" clId="{F9025844-0D46-4D37-8C74-FC46BD0E6BF2}" dt="2026-03-12T19:20:15.025" v="382" actId="1076"/>
          <ac:picMkLst>
            <pc:docMk/>
            <pc:sldMk cId="0" sldId="258"/>
            <ac:picMk id="4" creationId="{00000000-0000-0000-0000-000000000000}"/>
          </ac:picMkLst>
        </pc:picChg>
        <pc:picChg chg="add mod">
          <ac:chgData name="Bavli Armanyous" userId="2614e947-2a9c-4f9a-b146-f5ffa7aca4cc" providerId="ADAL" clId="{F9025844-0D46-4D37-8C74-FC46BD0E6BF2}" dt="2026-03-12T19:19:30.601" v="377" actId="34135"/>
          <ac:picMkLst>
            <pc:docMk/>
            <pc:sldMk cId="0" sldId="258"/>
            <ac:picMk id="6" creationId="{C765AE1B-A282-A7E3-CB22-5CC568064142}"/>
          </ac:picMkLst>
        </pc:picChg>
      </pc:sldChg>
      <pc:sldChg chg="addSp delSp modSp mod modNotesTx">
        <pc:chgData name="Bavli Armanyous" userId="2614e947-2a9c-4f9a-b146-f5ffa7aca4cc" providerId="ADAL" clId="{F9025844-0D46-4D37-8C74-FC46BD0E6BF2}" dt="2026-03-12T19:40:25.267" v="503" actId="20577"/>
        <pc:sldMkLst>
          <pc:docMk/>
          <pc:sldMk cId="0" sldId="259"/>
        </pc:sldMkLst>
        <pc:spChg chg="del mod">
          <ac:chgData name="Bavli Armanyous" userId="2614e947-2a9c-4f9a-b146-f5ffa7aca4cc" providerId="ADAL" clId="{F9025844-0D46-4D37-8C74-FC46BD0E6BF2}" dt="2026-03-12T19:29:39.154" v="407" actId="478"/>
          <ac:spMkLst>
            <pc:docMk/>
            <pc:sldMk cId="0" sldId="259"/>
            <ac:spMk id="2" creationId="{00000000-0000-0000-0000-000000000000}"/>
          </ac:spMkLst>
        </pc:spChg>
        <pc:spChg chg="del">
          <ac:chgData name="Bavli Armanyous" userId="2614e947-2a9c-4f9a-b146-f5ffa7aca4cc" providerId="ADAL" clId="{F9025844-0D46-4D37-8C74-FC46BD0E6BF2}" dt="2026-03-12T19:29:39.154" v="407" actId="478"/>
          <ac:spMkLst>
            <pc:docMk/>
            <pc:sldMk cId="0" sldId="259"/>
            <ac:spMk id="3" creationId="{00000000-0000-0000-0000-000000000000}"/>
          </ac:spMkLst>
        </pc:spChg>
        <pc:spChg chg="del">
          <ac:chgData name="Bavli Armanyous" userId="2614e947-2a9c-4f9a-b146-f5ffa7aca4cc" providerId="ADAL" clId="{F9025844-0D46-4D37-8C74-FC46BD0E6BF2}" dt="2026-03-12T19:29:53.707" v="409" actId="478"/>
          <ac:spMkLst>
            <pc:docMk/>
            <pc:sldMk cId="0" sldId="259"/>
            <ac:spMk id="5" creationId="{00000000-0000-0000-0000-000000000000}"/>
          </ac:spMkLst>
        </pc:spChg>
        <pc:spChg chg="add del mod">
          <ac:chgData name="Bavli Armanyous" userId="2614e947-2a9c-4f9a-b146-f5ffa7aca4cc" providerId="ADAL" clId="{F9025844-0D46-4D37-8C74-FC46BD0E6BF2}" dt="2026-03-12T19:29:50.593" v="408" actId="478"/>
          <ac:spMkLst>
            <pc:docMk/>
            <pc:sldMk cId="0" sldId="259"/>
            <ac:spMk id="8" creationId="{E1DC67E2-0DBB-FAF1-A4A7-96C2628E32E9}"/>
          </ac:spMkLst>
        </pc:spChg>
        <pc:spChg chg="add del mod">
          <ac:chgData name="Bavli Armanyous" userId="2614e947-2a9c-4f9a-b146-f5ffa7aca4cc" providerId="ADAL" clId="{F9025844-0D46-4D37-8C74-FC46BD0E6BF2}" dt="2026-03-12T19:29:50.593" v="408" actId="478"/>
          <ac:spMkLst>
            <pc:docMk/>
            <pc:sldMk cId="0" sldId="259"/>
            <ac:spMk id="10" creationId="{BD5510D7-2D30-F843-98BE-417604ED58C8}"/>
          </ac:spMkLst>
        </pc:spChg>
        <pc:spChg chg="add mod">
          <ac:chgData name="Bavli Armanyous" userId="2614e947-2a9c-4f9a-b146-f5ffa7aca4cc" providerId="ADAL" clId="{F9025844-0D46-4D37-8C74-FC46BD0E6BF2}" dt="2026-03-12T19:30:29.765" v="437" actId="20577"/>
          <ac:spMkLst>
            <pc:docMk/>
            <pc:sldMk cId="0" sldId="259"/>
            <ac:spMk id="11" creationId="{191400E6-E832-70AB-8D71-AA2E69299068}"/>
          </ac:spMkLst>
        </pc:spChg>
        <pc:spChg chg="add mod">
          <ac:chgData name="Bavli Armanyous" userId="2614e947-2a9c-4f9a-b146-f5ffa7aca4cc" providerId="ADAL" clId="{F9025844-0D46-4D37-8C74-FC46BD0E6BF2}" dt="2026-03-12T19:32:17.346" v="445" actId="108"/>
          <ac:spMkLst>
            <pc:docMk/>
            <pc:sldMk cId="0" sldId="259"/>
            <ac:spMk id="12" creationId="{7BDEA1E2-D375-8F41-8700-FB3EC56CFDDB}"/>
          </ac:spMkLst>
        </pc:spChg>
        <pc:picChg chg="mod">
          <ac:chgData name="Bavli Armanyous" userId="2614e947-2a9c-4f9a-b146-f5ffa7aca4cc" providerId="ADAL" clId="{F9025844-0D46-4D37-8C74-FC46BD0E6BF2}" dt="2026-03-12T19:34:26.012" v="448" actId="1076"/>
          <ac:picMkLst>
            <pc:docMk/>
            <pc:sldMk cId="0" sldId="259"/>
            <ac:picMk id="4" creationId="{00000000-0000-0000-0000-000000000000}"/>
          </ac:picMkLst>
        </pc:picChg>
        <pc:picChg chg="add mod">
          <ac:chgData name="Bavli Armanyous" userId="2614e947-2a9c-4f9a-b146-f5ffa7aca4cc" providerId="ADAL" clId="{F9025844-0D46-4D37-8C74-FC46BD0E6BF2}" dt="2026-03-11T14:41:13.022" v="23"/>
          <ac:picMkLst>
            <pc:docMk/>
            <pc:sldMk cId="0" sldId="259"/>
            <ac:picMk id="6" creationId="{10DFF511-3AC6-5E34-C42C-7A7C6A58AB08}"/>
          </ac:picMkLst>
        </pc:picChg>
      </pc:sldChg>
      <pc:sldChg chg="addSp delSp modSp mod modNotesTx">
        <pc:chgData name="Bavli Armanyous" userId="2614e947-2a9c-4f9a-b146-f5ffa7aca4cc" providerId="ADAL" clId="{F9025844-0D46-4D37-8C74-FC46BD0E6BF2}" dt="2026-03-12T19:40:50.855" v="509" actId="20577"/>
        <pc:sldMkLst>
          <pc:docMk/>
          <pc:sldMk cId="0" sldId="260"/>
        </pc:sldMkLst>
        <pc:spChg chg="del mod">
          <ac:chgData name="Bavli Armanyous" userId="2614e947-2a9c-4f9a-b146-f5ffa7aca4cc" providerId="ADAL" clId="{F9025844-0D46-4D37-8C74-FC46BD0E6BF2}" dt="2026-03-12T19:35:15.907" v="449" actId="478"/>
          <ac:spMkLst>
            <pc:docMk/>
            <pc:sldMk cId="0" sldId="260"/>
            <ac:spMk id="2" creationId="{00000000-0000-0000-0000-000000000000}"/>
          </ac:spMkLst>
        </pc:spChg>
        <pc:spChg chg="del">
          <ac:chgData name="Bavli Armanyous" userId="2614e947-2a9c-4f9a-b146-f5ffa7aca4cc" providerId="ADAL" clId="{F9025844-0D46-4D37-8C74-FC46BD0E6BF2}" dt="2026-03-12T19:35:15.907" v="449" actId="478"/>
          <ac:spMkLst>
            <pc:docMk/>
            <pc:sldMk cId="0" sldId="260"/>
            <ac:spMk id="3" creationId="{00000000-0000-0000-0000-000000000000}"/>
          </ac:spMkLst>
        </pc:spChg>
        <pc:spChg chg="del">
          <ac:chgData name="Bavli Armanyous" userId="2614e947-2a9c-4f9a-b146-f5ffa7aca4cc" providerId="ADAL" clId="{F9025844-0D46-4D37-8C74-FC46BD0E6BF2}" dt="2026-03-12T19:35:26.551" v="451" actId="478"/>
          <ac:spMkLst>
            <pc:docMk/>
            <pc:sldMk cId="0" sldId="260"/>
            <ac:spMk id="5" creationId="{00000000-0000-0000-0000-000000000000}"/>
          </ac:spMkLst>
        </pc:spChg>
        <pc:spChg chg="add del mod">
          <ac:chgData name="Bavli Armanyous" userId="2614e947-2a9c-4f9a-b146-f5ffa7aca4cc" providerId="ADAL" clId="{F9025844-0D46-4D37-8C74-FC46BD0E6BF2}" dt="2026-03-12T19:35:21.582" v="450" actId="21"/>
          <ac:spMkLst>
            <pc:docMk/>
            <pc:sldMk cId="0" sldId="260"/>
            <ac:spMk id="8" creationId="{4F80DE70-264F-F8F2-D010-EF4EE525F2C8}"/>
          </ac:spMkLst>
        </pc:spChg>
        <pc:spChg chg="add del mod">
          <ac:chgData name="Bavli Armanyous" userId="2614e947-2a9c-4f9a-b146-f5ffa7aca4cc" providerId="ADAL" clId="{F9025844-0D46-4D37-8C74-FC46BD0E6BF2}" dt="2026-03-12T19:35:21.582" v="450" actId="21"/>
          <ac:spMkLst>
            <pc:docMk/>
            <pc:sldMk cId="0" sldId="260"/>
            <ac:spMk id="10" creationId="{AD1D6A1C-E299-5EDF-B19A-22DC5738F906}"/>
          </ac:spMkLst>
        </pc:spChg>
        <pc:spChg chg="add mod">
          <ac:chgData name="Bavli Armanyous" userId="2614e947-2a9c-4f9a-b146-f5ffa7aca4cc" providerId="ADAL" clId="{F9025844-0D46-4D37-8C74-FC46BD0E6BF2}" dt="2026-03-12T19:35:56.265" v="477" actId="20577"/>
          <ac:spMkLst>
            <pc:docMk/>
            <pc:sldMk cId="0" sldId="260"/>
            <ac:spMk id="11" creationId="{E81E9A55-1C8F-A096-146A-C665887C0E2C}"/>
          </ac:spMkLst>
        </pc:spChg>
        <pc:spChg chg="add mod">
          <ac:chgData name="Bavli Armanyous" userId="2614e947-2a9c-4f9a-b146-f5ffa7aca4cc" providerId="ADAL" clId="{F9025844-0D46-4D37-8C74-FC46BD0E6BF2}" dt="2026-03-12T19:36:49.889" v="485" actId="108"/>
          <ac:spMkLst>
            <pc:docMk/>
            <pc:sldMk cId="0" sldId="260"/>
            <ac:spMk id="12" creationId="{69835DCE-F3DF-2662-2D74-99C5594F6CC2}"/>
          </ac:spMkLst>
        </pc:spChg>
        <pc:picChg chg="add mod">
          <ac:chgData name="Bavli Armanyous" userId="2614e947-2a9c-4f9a-b146-f5ffa7aca4cc" providerId="ADAL" clId="{F9025844-0D46-4D37-8C74-FC46BD0E6BF2}" dt="2026-03-11T14:41:14.568" v="24"/>
          <ac:picMkLst>
            <pc:docMk/>
            <pc:sldMk cId="0" sldId="260"/>
            <ac:picMk id="6" creationId="{AF37E0D3-3F51-1A3C-E1C8-B733DC6199A2}"/>
          </ac:picMkLst>
        </pc:picChg>
      </pc:sldChg>
      <pc:sldChg chg="addSp delSp modSp mod modNotesTx">
        <pc:chgData name="Bavli Armanyous" userId="2614e947-2a9c-4f9a-b146-f5ffa7aca4cc" providerId="ADAL" clId="{F9025844-0D46-4D37-8C74-FC46BD0E6BF2}" dt="2026-03-12T19:53:42.204" v="541" actId="20577"/>
        <pc:sldMkLst>
          <pc:docMk/>
          <pc:sldMk cId="0" sldId="261"/>
        </pc:sldMkLst>
        <pc:spChg chg="del mod">
          <ac:chgData name="Bavli Armanyous" userId="2614e947-2a9c-4f9a-b146-f5ffa7aca4cc" providerId="ADAL" clId="{F9025844-0D46-4D37-8C74-FC46BD0E6BF2}" dt="2026-03-12T19:48:57.435" v="517" actId="478"/>
          <ac:spMkLst>
            <pc:docMk/>
            <pc:sldMk cId="0" sldId="261"/>
            <ac:spMk id="2" creationId="{00000000-0000-0000-0000-000000000000}"/>
          </ac:spMkLst>
        </pc:spChg>
        <pc:spChg chg="del">
          <ac:chgData name="Bavli Armanyous" userId="2614e947-2a9c-4f9a-b146-f5ffa7aca4cc" providerId="ADAL" clId="{F9025844-0D46-4D37-8C74-FC46BD0E6BF2}" dt="2026-03-12T19:48:57.435" v="517" actId="478"/>
          <ac:spMkLst>
            <pc:docMk/>
            <pc:sldMk cId="0" sldId="261"/>
            <ac:spMk id="3" creationId="{00000000-0000-0000-0000-000000000000}"/>
          </ac:spMkLst>
        </pc:spChg>
        <pc:spChg chg="del">
          <ac:chgData name="Bavli Armanyous" userId="2614e947-2a9c-4f9a-b146-f5ffa7aca4cc" providerId="ADAL" clId="{F9025844-0D46-4D37-8C74-FC46BD0E6BF2}" dt="2026-03-12T19:48:57.435" v="517" actId="478"/>
          <ac:spMkLst>
            <pc:docMk/>
            <pc:sldMk cId="0" sldId="261"/>
            <ac:spMk id="5" creationId="{00000000-0000-0000-0000-000000000000}"/>
          </ac:spMkLst>
        </pc:spChg>
        <pc:spChg chg="add del mod">
          <ac:chgData name="Bavli Armanyous" userId="2614e947-2a9c-4f9a-b146-f5ffa7aca4cc" providerId="ADAL" clId="{F9025844-0D46-4D37-8C74-FC46BD0E6BF2}" dt="2026-03-12T19:49:08.193" v="518" actId="478"/>
          <ac:spMkLst>
            <pc:docMk/>
            <pc:sldMk cId="0" sldId="261"/>
            <ac:spMk id="8" creationId="{E8588A0E-A030-30DC-46CC-09B63316463D}"/>
          </ac:spMkLst>
        </pc:spChg>
        <pc:spChg chg="add del mod">
          <ac:chgData name="Bavli Armanyous" userId="2614e947-2a9c-4f9a-b146-f5ffa7aca4cc" providerId="ADAL" clId="{F9025844-0D46-4D37-8C74-FC46BD0E6BF2}" dt="2026-03-12T19:49:08.193" v="518" actId="478"/>
          <ac:spMkLst>
            <pc:docMk/>
            <pc:sldMk cId="0" sldId="261"/>
            <ac:spMk id="10" creationId="{3D4EE6E2-B788-8AB0-30EF-4E2583BBBD34}"/>
          </ac:spMkLst>
        </pc:spChg>
        <pc:spChg chg="add mod">
          <ac:chgData name="Bavli Armanyous" userId="2614e947-2a9c-4f9a-b146-f5ffa7aca4cc" providerId="ADAL" clId="{F9025844-0D46-4D37-8C74-FC46BD0E6BF2}" dt="2026-03-12T19:50:23.429" v="532" actId="20577"/>
          <ac:spMkLst>
            <pc:docMk/>
            <pc:sldMk cId="0" sldId="261"/>
            <ac:spMk id="11" creationId="{B2EC2A39-DA67-932D-9F32-C83BA854E4B8}"/>
          </ac:spMkLst>
        </pc:spChg>
        <pc:spChg chg="add mod">
          <ac:chgData name="Bavli Armanyous" userId="2614e947-2a9c-4f9a-b146-f5ffa7aca4cc" providerId="ADAL" clId="{F9025844-0D46-4D37-8C74-FC46BD0E6BF2}" dt="2026-03-12T19:50:58.919" v="538" actId="108"/>
          <ac:spMkLst>
            <pc:docMk/>
            <pc:sldMk cId="0" sldId="261"/>
            <ac:spMk id="12" creationId="{464B2720-C459-044C-4AE7-7CB984572755}"/>
          </ac:spMkLst>
        </pc:spChg>
        <pc:picChg chg="mod">
          <ac:chgData name="Bavli Armanyous" userId="2614e947-2a9c-4f9a-b146-f5ffa7aca4cc" providerId="ADAL" clId="{F9025844-0D46-4D37-8C74-FC46BD0E6BF2}" dt="2026-03-12T19:51:08.046" v="539" actId="1076"/>
          <ac:picMkLst>
            <pc:docMk/>
            <pc:sldMk cId="0" sldId="261"/>
            <ac:picMk id="4" creationId="{00000000-0000-0000-0000-000000000000}"/>
          </ac:picMkLst>
        </pc:picChg>
        <pc:picChg chg="add mod">
          <ac:chgData name="Bavli Armanyous" userId="2614e947-2a9c-4f9a-b146-f5ffa7aca4cc" providerId="ADAL" clId="{F9025844-0D46-4D37-8C74-FC46BD0E6BF2}" dt="2026-03-11T14:41:16.001" v="25"/>
          <ac:picMkLst>
            <pc:docMk/>
            <pc:sldMk cId="0" sldId="261"/>
            <ac:picMk id="6" creationId="{F45CDAD0-778A-785E-583B-14C91DC2A6A1}"/>
          </ac:picMkLst>
        </pc:picChg>
      </pc:sldChg>
      <pc:sldChg chg="addSp delSp modSp mod modNotesTx">
        <pc:chgData name="Bavli Armanyous" userId="2614e947-2a9c-4f9a-b146-f5ffa7aca4cc" providerId="ADAL" clId="{F9025844-0D46-4D37-8C74-FC46BD0E6BF2}" dt="2026-03-12T19:58:27.060" v="589" actId="20577"/>
        <pc:sldMkLst>
          <pc:docMk/>
          <pc:sldMk cId="0" sldId="262"/>
        </pc:sldMkLst>
        <pc:spChg chg="del mod">
          <ac:chgData name="Bavli Armanyous" userId="2614e947-2a9c-4f9a-b146-f5ffa7aca4cc" providerId="ADAL" clId="{F9025844-0D46-4D37-8C74-FC46BD0E6BF2}" dt="2026-03-12T19:56:36.923" v="547" actId="478"/>
          <ac:spMkLst>
            <pc:docMk/>
            <pc:sldMk cId="0" sldId="262"/>
            <ac:spMk id="2" creationId="{00000000-0000-0000-0000-000000000000}"/>
          </ac:spMkLst>
        </pc:spChg>
        <pc:spChg chg="del">
          <ac:chgData name="Bavli Armanyous" userId="2614e947-2a9c-4f9a-b146-f5ffa7aca4cc" providerId="ADAL" clId="{F9025844-0D46-4D37-8C74-FC46BD0E6BF2}" dt="2026-03-12T19:56:36.923" v="547" actId="478"/>
          <ac:spMkLst>
            <pc:docMk/>
            <pc:sldMk cId="0" sldId="262"/>
            <ac:spMk id="3" creationId="{00000000-0000-0000-0000-000000000000}"/>
          </ac:spMkLst>
        </pc:spChg>
        <pc:spChg chg="del">
          <ac:chgData name="Bavli Armanyous" userId="2614e947-2a9c-4f9a-b146-f5ffa7aca4cc" providerId="ADAL" clId="{F9025844-0D46-4D37-8C74-FC46BD0E6BF2}" dt="2026-03-12T19:56:36.923" v="547" actId="478"/>
          <ac:spMkLst>
            <pc:docMk/>
            <pc:sldMk cId="0" sldId="262"/>
            <ac:spMk id="5" creationId="{00000000-0000-0000-0000-000000000000}"/>
          </ac:spMkLst>
        </pc:spChg>
        <pc:spChg chg="add del mod">
          <ac:chgData name="Bavli Armanyous" userId="2614e947-2a9c-4f9a-b146-f5ffa7aca4cc" providerId="ADAL" clId="{F9025844-0D46-4D37-8C74-FC46BD0E6BF2}" dt="2026-03-12T19:56:42.030" v="548" actId="478"/>
          <ac:spMkLst>
            <pc:docMk/>
            <pc:sldMk cId="0" sldId="262"/>
            <ac:spMk id="8" creationId="{2A214152-072B-624F-024D-C314E78D7AF7}"/>
          </ac:spMkLst>
        </pc:spChg>
        <pc:spChg chg="add del mod">
          <ac:chgData name="Bavli Armanyous" userId="2614e947-2a9c-4f9a-b146-f5ffa7aca4cc" providerId="ADAL" clId="{F9025844-0D46-4D37-8C74-FC46BD0E6BF2}" dt="2026-03-12T19:56:42.030" v="548" actId="478"/>
          <ac:spMkLst>
            <pc:docMk/>
            <pc:sldMk cId="0" sldId="262"/>
            <ac:spMk id="10" creationId="{CD5E190D-CA45-49A7-3789-4158FAFDC55D}"/>
          </ac:spMkLst>
        </pc:spChg>
        <pc:spChg chg="add mod">
          <ac:chgData name="Bavli Armanyous" userId="2614e947-2a9c-4f9a-b146-f5ffa7aca4cc" providerId="ADAL" clId="{F9025844-0D46-4D37-8C74-FC46BD0E6BF2}" dt="2026-03-12T19:57:13.194" v="577" actId="20577"/>
          <ac:spMkLst>
            <pc:docMk/>
            <pc:sldMk cId="0" sldId="262"/>
            <ac:spMk id="11" creationId="{35A87772-E4E1-C7CA-A79E-97E9CD144140}"/>
          </ac:spMkLst>
        </pc:spChg>
        <pc:spChg chg="add mod">
          <ac:chgData name="Bavli Armanyous" userId="2614e947-2a9c-4f9a-b146-f5ffa7aca4cc" providerId="ADAL" clId="{F9025844-0D46-4D37-8C74-FC46BD0E6BF2}" dt="2026-03-12T19:58:13.176" v="584" actId="108"/>
          <ac:spMkLst>
            <pc:docMk/>
            <pc:sldMk cId="0" sldId="262"/>
            <ac:spMk id="12" creationId="{1E0A68C6-EB2A-CEDD-0088-9D447792FFDB}"/>
          </ac:spMkLst>
        </pc:spChg>
        <pc:picChg chg="mod">
          <ac:chgData name="Bavli Armanyous" userId="2614e947-2a9c-4f9a-b146-f5ffa7aca4cc" providerId="ADAL" clId="{F9025844-0D46-4D37-8C74-FC46BD0E6BF2}" dt="2026-03-12T19:57:46.469" v="579" actId="1076"/>
          <ac:picMkLst>
            <pc:docMk/>
            <pc:sldMk cId="0" sldId="262"/>
            <ac:picMk id="4" creationId="{00000000-0000-0000-0000-000000000000}"/>
          </ac:picMkLst>
        </pc:picChg>
        <pc:picChg chg="add mod">
          <ac:chgData name="Bavli Armanyous" userId="2614e947-2a9c-4f9a-b146-f5ffa7aca4cc" providerId="ADAL" clId="{F9025844-0D46-4D37-8C74-FC46BD0E6BF2}" dt="2026-03-11T14:41:17.778" v="26"/>
          <ac:picMkLst>
            <pc:docMk/>
            <pc:sldMk cId="0" sldId="262"/>
            <ac:picMk id="6" creationId="{6C802D81-0AAF-D629-23AC-4AE32500A33F}"/>
          </ac:picMkLst>
        </pc:picChg>
      </pc:sldChg>
      <pc:sldChg chg="addSp delSp modSp mod modNotesTx">
        <pc:chgData name="Bavli Armanyous" userId="2614e947-2a9c-4f9a-b146-f5ffa7aca4cc" providerId="ADAL" clId="{F9025844-0D46-4D37-8C74-FC46BD0E6BF2}" dt="2026-03-12T20:02:24.025" v="635" actId="20577"/>
        <pc:sldMkLst>
          <pc:docMk/>
          <pc:sldMk cId="0" sldId="263"/>
        </pc:sldMkLst>
        <pc:spChg chg="del mod">
          <ac:chgData name="Bavli Armanyous" userId="2614e947-2a9c-4f9a-b146-f5ffa7aca4cc" providerId="ADAL" clId="{F9025844-0D46-4D37-8C74-FC46BD0E6BF2}" dt="2026-03-12T20:00:24.570" v="590" actId="478"/>
          <ac:spMkLst>
            <pc:docMk/>
            <pc:sldMk cId="0" sldId="263"/>
            <ac:spMk id="2" creationId="{00000000-0000-0000-0000-000000000000}"/>
          </ac:spMkLst>
        </pc:spChg>
        <pc:spChg chg="del">
          <ac:chgData name="Bavli Armanyous" userId="2614e947-2a9c-4f9a-b146-f5ffa7aca4cc" providerId="ADAL" clId="{F9025844-0D46-4D37-8C74-FC46BD0E6BF2}" dt="2026-03-12T20:00:24.570" v="590" actId="478"/>
          <ac:spMkLst>
            <pc:docMk/>
            <pc:sldMk cId="0" sldId="263"/>
            <ac:spMk id="3" creationId="{00000000-0000-0000-0000-000000000000}"/>
          </ac:spMkLst>
        </pc:spChg>
        <pc:spChg chg="del">
          <ac:chgData name="Bavli Armanyous" userId="2614e947-2a9c-4f9a-b146-f5ffa7aca4cc" providerId="ADAL" clId="{F9025844-0D46-4D37-8C74-FC46BD0E6BF2}" dt="2026-03-12T20:00:24.570" v="590" actId="478"/>
          <ac:spMkLst>
            <pc:docMk/>
            <pc:sldMk cId="0" sldId="263"/>
            <ac:spMk id="5" creationId="{00000000-0000-0000-0000-000000000000}"/>
          </ac:spMkLst>
        </pc:spChg>
        <pc:spChg chg="add del mod">
          <ac:chgData name="Bavli Armanyous" userId="2614e947-2a9c-4f9a-b146-f5ffa7aca4cc" providerId="ADAL" clId="{F9025844-0D46-4D37-8C74-FC46BD0E6BF2}" dt="2026-03-12T20:00:29.205" v="591" actId="478"/>
          <ac:spMkLst>
            <pc:docMk/>
            <pc:sldMk cId="0" sldId="263"/>
            <ac:spMk id="8" creationId="{7C33F4BF-0091-3D6C-BF7C-3F9E12CAE28E}"/>
          </ac:spMkLst>
        </pc:spChg>
        <pc:spChg chg="add del mod">
          <ac:chgData name="Bavli Armanyous" userId="2614e947-2a9c-4f9a-b146-f5ffa7aca4cc" providerId="ADAL" clId="{F9025844-0D46-4D37-8C74-FC46BD0E6BF2}" dt="2026-03-12T20:00:29.205" v="591" actId="478"/>
          <ac:spMkLst>
            <pc:docMk/>
            <pc:sldMk cId="0" sldId="263"/>
            <ac:spMk id="10" creationId="{66DA22A4-8E86-4099-1E8E-A41E14961827}"/>
          </ac:spMkLst>
        </pc:spChg>
        <pc:spChg chg="add mod">
          <ac:chgData name="Bavli Armanyous" userId="2614e947-2a9c-4f9a-b146-f5ffa7aca4cc" providerId="ADAL" clId="{F9025844-0D46-4D37-8C74-FC46BD0E6BF2}" dt="2026-03-12T20:00:59.273" v="624" actId="20577"/>
          <ac:spMkLst>
            <pc:docMk/>
            <pc:sldMk cId="0" sldId="263"/>
            <ac:spMk id="11" creationId="{29A94A2B-2020-33A8-016E-0E6A3D59235E}"/>
          </ac:spMkLst>
        </pc:spChg>
        <pc:spChg chg="add mod">
          <ac:chgData name="Bavli Armanyous" userId="2614e947-2a9c-4f9a-b146-f5ffa7aca4cc" providerId="ADAL" clId="{F9025844-0D46-4D37-8C74-FC46BD0E6BF2}" dt="2026-03-12T20:01:34.280" v="630" actId="108"/>
          <ac:spMkLst>
            <pc:docMk/>
            <pc:sldMk cId="0" sldId="263"/>
            <ac:spMk id="12" creationId="{AF754BB0-F42C-5B22-F398-617DDD8F010A}"/>
          </ac:spMkLst>
        </pc:spChg>
        <pc:picChg chg="add mod">
          <ac:chgData name="Bavli Armanyous" userId="2614e947-2a9c-4f9a-b146-f5ffa7aca4cc" providerId="ADAL" clId="{F9025844-0D46-4D37-8C74-FC46BD0E6BF2}" dt="2026-03-11T14:41:19.640" v="27"/>
          <ac:picMkLst>
            <pc:docMk/>
            <pc:sldMk cId="0" sldId="263"/>
            <ac:picMk id="6" creationId="{24D116F9-DD7A-010C-3D16-9C49D9E27818}"/>
          </ac:picMkLst>
        </pc:picChg>
      </pc:sldChg>
      <pc:sldChg chg="addSp modSp del">
        <pc:chgData name="Bavli Armanyous" userId="2614e947-2a9c-4f9a-b146-f5ffa7aca4cc" providerId="ADAL" clId="{F9025844-0D46-4D37-8C74-FC46BD0E6BF2}" dt="2026-03-12T19:22:58.778" v="385" actId="47"/>
        <pc:sldMkLst>
          <pc:docMk/>
          <pc:sldMk cId="0" sldId="264"/>
        </pc:sldMkLst>
        <pc:spChg chg="mod">
          <ac:chgData name="Bavli Armanyous" userId="2614e947-2a9c-4f9a-b146-f5ffa7aca4cc" providerId="ADAL" clId="{F9025844-0D46-4D37-8C74-FC46BD0E6BF2}" dt="2026-03-11T14:36:05.322" v="8"/>
          <ac:spMkLst>
            <pc:docMk/>
            <pc:sldMk cId="0" sldId="264"/>
            <ac:spMk id="2" creationId="{00000000-0000-0000-0000-000000000000}"/>
          </ac:spMkLst>
        </pc:spChg>
        <pc:spChg chg="mod">
          <ac:chgData name="Bavli Armanyous" userId="2614e947-2a9c-4f9a-b146-f5ffa7aca4cc" providerId="ADAL" clId="{F9025844-0D46-4D37-8C74-FC46BD0E6BF2}" dt="2026-03-11T14:36:05.322" v="8"/>
          <ac:spMkLst>
            <pc:docMk/>
            <pc:sldMk cId="0" sldId="264"/>
            <ac:spMk id="3" creationId="{00000000-0000-0000-0000-000000000000}"/>
          </ac:spMkLst>
        </pc:spChg>
        <pc:picChg chg="add mod">
          <ac:chgData name="Bavli Armanyous" userId="2614e947-2a9c-4f9a-b146-f5ffa7aca4cc" providerId="ADAL" clId="{F9025844-0D46-4D37-8C74-FC46BD0E6BF2}" dt="2026-03-11T14:41:21.098" v="28"/>
          <ac:picMkLst>
            <pc:docMk/>
            <pc:sldMk cId="0" sldId="264"/>
            <ac:picMk id="4" creationId="{CAFBBBDC-19A4-50C4-D14A-7F4530B6429D}"/>
          </ac:picMkLst>
        </pc:picChg>
      </pc:sldChg>
      <pc:sldChg chg="addSp delSp modSp mod modNotesTx">
        <pc:chgData name="Bavli Armanyous" userId="2614e947-2a9c-4f9a-b146-f5ffa7aca4cc" providerId="ADAL" clId="{F9025844-0D46-4D37-8C74-FC46BD0E6BF2}" dt="2026-03-12T21:20:27.074" v="667" actId="20577"/>
        <pc:sldMkLst>
          <pc:docMk/>
          <pc:sldMk cId="0" sldId="265"/>
        </pc:sldMkLst>
        <pc:spChg chg="del mod">
          <ac:chgData name="Bavli Armanyous" userId="2614e947-2a9c-4f9a-b146-f5ffa7aca4cc" providerId="ADAL" clId="{F9025844-0D46-4D37-8C74-FC46BD0E6BF2}" dt="2026-03-12T21:18:24.792" v="647" actId="478"/>
          <ac:spMkLst>
            <pc:docMk/>
            <pc:sldMk cId="0" sldId="265"/>
            <ac:spMk id="2" creationId="{00000000-0000-0000-0000-000000000000}"/>
          </ac:spMkLst>
        </pc:spChg>
        <pc:spChg chg="del">
          <ac:chgData name="Bavli Armanyous" userId="2614e947-2a9c-4f9a-b146-f5ffa7aca4cc" providerId="ADAL" clId="{F9025844-0D46-4D37-8C74-FC46BD0E6BF2}" dt="2026-03-12T21:18:24.792" v="647" actId="478"/>
          <ac:spMkLst>
            <pc:docMk/>
            <pc:sldMk cId="0" sldId="265"/>
            <ac:spMk id="3" creationId="{00000000-0000-0000-0000-000000000000}"/>
          </ac:spMkLst>
        </pc:spChg>
        <pc:spChg chg="del">
          <ac:chgData name="Bavli Armanyous" userId="2614e947-2a9c-4f9a-b146-f5ffa7aca4cc" providerId="ADAL" clId="{F9025844-0D46-4D37-8C74-FC46BD0E6BF2}" dt="2026-03-12T21:18:31.221" v="649" actId="478"/>
          <ac:spMkLst>
            <pc:docMk/>
            <pc:sldMk cId="0" sldId="265"/>
            <ac:spMk id="5" creationId="{00000000-0000-0000-0000-000000000000}"/>
          </ac:spMkLst>
        </pc:spChg>
        <pc:spChg chg="add del mod">
          <ac:chgData name="Bavli Armanyous" userId="2614e947-2a9c-4f9a-b146-f5ffa7aca4cc" providerId="ADAL" clId="{F9025844-0D46-4D37-8C74-FC46BD0E6BF2}" dt="2026-03-12T21:18:28.648" v="648" actId="478"/>
          <ac:spMkLst>
            <pc:docMk/>
            <pc:sldMk cId="0" sldId="265"/>
            <ac:spMk id="8" creationId="{AF83B6D9-C90B-DFFA-F951-C7CB6F11CE9D}"/>
          </ac:spMkLst>
        </pc:spChg>
        <pc:spChg chg="add del mod">
          <ac:chgData name="Bavli Armanyous" userId="2614e947-2a9c-4f9a-b146-f5ffa7aca4cc" providerId="ADAL" clId="{F9025844-0D46-4D37-8C74-FC46BD0E6BF2}" dt="2026-03-12T21:18:28.648" v="648" actId="478"/>
          <ac:spMkLst>
            <pc:docMk/>
            <pc:sldMk cId="0" sldId="265"/>
            <ac:spMk id="10" creationId="{6E31FBDB-B5F3-38EC-1C84-247DAF2BDB9F}"/>
          </ac:spMkLst>
        </pc:spChg>
        <pc:spChg chg="add mod">
          <ac:chgData name="Bavli Armanyous" userId="2614e947-2a9c-4f9a-b146-f5ffa7aca4cc" providerId="ADAL" clId="{F9025844-0D46-4D37-8C74-FC46BD0E6BF2}" dt="2026-03-12T21:19:00.428" v="659" actId="20577"/>
          <ac:spMkLst>
            <pc:docMk/>
            <pc:sldMk cId="0" sldId="265"/>
            <ac:spMk id="11" creationId="{327C1F07-97B4-BA20-DA03-CC0965BD4B7C}"/>
          </ac:spMkLst>
        </pc:spChg>
        <pc:spChg chg="add mod">
          <ac:chgData name="Bavli Armanyous" userId="2614e947-2a9c-4f9a-b146-f5ffa7aca4cc" providerId="ADAL" clId="{F9025844-0D46-4D37-8C74-FC46BD0E6BF2}" dt="2026-03-12T21:20:10.081" v="665" actId="108"/>
          <ac:spMkLst>
            <pc:docMk/>
            <pc:sldMk cId="0" sldId="265"/>
            <ac:spMk id="12" creationId="{2F7CCA06-AC82-1586-D876-18DF3D3E9FA6}"/>
          </ac:spMkLst>
        </pc:spChg>
        <pc:picChg chg="add mod">
          <ac:chgData name="Bavli Armanyous" userId="2614e947-2a9c-4f9a-b146-f5ffa7aca4cc" providerId="ADAL" clId="{F9025844-0D46-4D37-8C74-FC46BD0E6BF2}" dt="2026-03-11T14:41:24.971" v="29"/>
          <ac:picMkLst>
            <pc:docMk/>
            <pc:sldMk cId="0" sldId="265"/>
            <ac:picMk id="6" creationId="{8A259209-ED0E-6932-3AA3-8CA88AB12CE3}"/>
          </ac:picMkLst>
        </pc:picChg>
      </pc:sldChg>
      <pc:sldChg chg="del">
        <pc:chgData name="Bavli Armanyous" userId="2614e947-2a9c-4f9a-b146-f5ffa7aca4cc" providerId="ADAL" clId="{F9025844-0D46-4D37-8C74-FC46BD0E6BF2}" dt="2026-03-12T19:22:27.360" v="383" actId="47"/>
        <pc:sldMkLst>
          <pc:docMk/>
          <pc:sldMk cId="3612849111" sldId="266"/>
        </pc:sldMkLst>
      </pc:sldChg>
      <pc:sldChg chg="del">
        <pc:chgData name="Bavli Armanyous" userId="2614e947-2a9c-4f9a-b146-f5ffa7aca4cc" providerId="ADAL" clId="{F9025844-0D46-4D37-8C74-FC46BD0E6BF2}" dt="2026-03-12T19:22:36.991" v="384" actId="47"/>
        <pc:sldMkLst>
          <pc:docMk/>
          <pc:sldMk cId="1108122153" sldId="267"/>
        </pc:sldMkLst>
      </pc:sldChg>
      <pc:sldMasterChg chg="modSldLayout">
        <pc:chgData name="Bavli Armanyous" userId="2614e947-2a9c-4f9a-b146-f5ffa7aca4cc" providerId="ADAL" clId="{F9025844-0D46-4D37-8C74-FC46BD0E6BF2}" dt="2026-03-11T14:35:38.068" v="5"/>
        <pc:sldMasterMkLst>
          <pc:docMk/>
          <pc:sldMasterMk cId="98323386" sldId="2147483665"/>
        </pc:sldMasterMkLst>
        <pc:sldLayoutChg chg="delSp">
          <pc:chgData name="Bavli Armanyous" userId="2614e947-2a9c-4f9a-b146-f5ffa7aca4cc" providerId="ADAL" clId="{F9025844-0D46-4D37-8C74-FC46BD0E6BF2}" dt="2026-03-11T14:35:38.068" v="5"/>
          <pc:sldLayoutMkLst>
            <pc:docMk/>
            <pc:sldMasterMk cId="98323386" sldId="2147483665"/>
            <pc:sldLayoutMk cId="709836005" sldId="2147483677"/>
          </pc:sldLayoutMkLst>
          <pc:spChg chg="del">
            <ac:chgData name="Bavli Armanyous" userId="2614e947-2a9c-4f9a-b146-f5ffa7aca4cc" providerId="ADAL" clId="{F9025844-0D46-4D37-8C74-FC46BD0E6BF2}" dt="2026-03-11T14:35:38.068" v="5"/>
            <ac:spMkLst>
              <pc:docMk/>
              <pc:sldMasterMk cId="98323386" sldId="2147483665"/>
              <pc:sldLayoutMk cId="709836005" sldId="2147483677"/>
              <ac:spMk id="46" creationId="{00000000-0000-0000-0000-000000000000}"/>
            </ac:spMkLst>
          </pc:spChg>
          <pc:spChg chg="del">
            <ac:chgData name="Bavli Armanyous" userId="2614e947-2a9c-4f9a-b146-f5ffa7aca4cc" providerId="ADAL" clId="{F9025844-0D46-4D37-8C74-FC46BD0E6BF2}" dt="2026-03-11T14:35:38.068" v="5"/>
            <ac:spMkLst>
              <pc:docMk/>
              <pc:sldMasterMk cId="98323386" sldId="2147483665"/>
              <pc:sldLayoutMk cId="709836005" sldId="2147483677"/>
              <ac:spMk id="47" creationId="{00000000-0000-0000-0000-000000000000}"/>
            </ac:spMkLst>
          </pc:spChg>
        </pc:sldLayoutChg>
        <pc:sldLayoutChg chg="delSp">
          <pc:chgData name="Bavli Armanyous" userId="2614e947-2a9c-4f9a-b146-f5ffa7aca4cc" providerId="ADAL" clId="{F9025844-0D46-4D37-8C74-FC46BD0E6BF2}" dt="2026-03-11T14:35:38.068" v="5"/>
          <pc:sldLayoutMkLst>
            <pc:docMk/>
            <pc:sldMasterMk cId="98323386" sldId="2147483665"/>
            <pc:sldLayoutMk cId="3897128339" sldId="2147483678"/>
          </pc:sldLayoutMkLst>
          <pc:spChg chg="del">
            <ac:chgData name="Bavli Armanyous" userId="2614e947-2a9c-4f9a-b146-f5ffa7aca4cc" providerId="ADAL" clId="{F9025844-0D46-4D37-8C74-FC46BD0E6BF2}" dt="2026-03-11T14:35:38.068" v="5"/>
            <ac:spMkLst>
              <pc:docMk/>
              <pc:sldMasterMk cId="98323386" sldId="2147483665"/>
              <pc:sldLayoutMk cId="3897128339" sldId="2147483678"/>
              <ac:spMk id="29" creationId="{00000000-0000-0000-0000-000000000000}"/>
            </ac:spMkLst>
          </pc:spChg>
          <pc:spChg chg="del">
            <ac:chgData name="Bavli Armanyous" userId="2614e947-2a9c-4f9a-b146-f5ffa7aca4cc" providerId="ADAL" clId="{F9025844-0D46-4D37-8C74-FC46BD0E6BF2}" dt="2026-03-11T14:35:38.068" v="5"/>
            <ac:spMkLst>
              <pc:docMk/>
              <pc:sldMasterMk cId="98323386" sldId="2147483665"/>
              <pc:sldLayoutMk cId="3897128339" sldId="2147483678"/>
              <ac:spMk id="30" creationId="{00000000-0000-0000-0000-000000000000}"/>
            </ac:spMkLst>
          </pc:spChg>
          <pc:spChg chg="del">
            <ac:chgData name="Bavli Armanyous" userId="2614e947-2a9c-4f9a-b146-f5ffa7aca4cc" providerId="ADAL" clId="{F9025844-0D46-4D37-8C74-FC46BD0E6BF2}" dt="2026-03-11T14:35:38.068" v="5"/>
            <ac:spMkLst>
              <pc:docMk/>
              <pc:sldMasterMk cId="98323386" sldId="2147483665"/>
              <pc:sldLayoutMk cId="3897128339" sldId="2147483678"/>
              <ac:spMk id="31" creationId="{00000000-0000-0000-0000-000000000000}"/>
            </ac:spMkLst>
          </pc:spChg>
        </pc:sldLayoutChg>
      </pc:sldMasterChg>
      <pc:sldMasterChg chg="setBg modSldLayout">
        <pc:chgData name="Bavli Armanyous" userId="2614e947-2a9c-4f9a-b146-f5ffa7aca4cc" providerId="ADAL" clId="{F9025844-0D46-4D37-8C74-FC46BD0E6BF2}" dt="2026-03-11T14:40:58.573" v="20"/>
        <pc:sldMasterMkLst>
          <pc:docMk/>
          <pc:sldMasterMk cId="1313885072" sldId="2147483679"/>
        </pc:sldMasterMkLst>
        <pc:sldLayoutChg chg="setBg">
          <pc:chgData name="Bavli Armanyous" userId="2614e947-2a9c-4f9a-b146-f5ffa7aca4cc" providerId="ADAL" clId="{F9025844-0D46-4D37-8C74-FC46BD0E6BF2}" dt="2026-03-11T14:40:58.573" v="20"/>
          <pc:sldLayoutMkLst>
            <pc:docMk/>
            <pc:sldMasterMk cId="1313885072" sldId="2147483679"/>
            <pc:sldLayoutMk cId="3021146096" sldId="2147483680"/>
          </pc:sldLayoutMkLst>
        </pc:sldLayoutChg>
        <pc:sldLayoutChg chg="setBg">
          <pc:chgData name="Bavli Armanyous" userId="2614e947-2a9c-4f9a-b146-f5ffa7aca4cc" providerId="ADAL" clId="{F9025844-0D46-4D37-8C74-FC46BD0E6BF2}" dt="2026-03-11T14:40:58.573" v="20"/>
          <pc:sldLayoutMkLst>
            <pc:docMk/>
            <pc:sldMasterMk cId="1313885072" sldId="2147483679"/>
            <pc:sldLayoutMk cId="2683797034" sldId="2147483681"/>
          </pc:sldLayoutMkLst>
        </pc:sldLayoutChg>
        <pc:sldLayoutChg chg="setBg">
          <pc:chgData name="Bavli Armanyous" userId="2614e947-2a9c-4f9a-b146-f5ffa7aca4cc" providerId="ADAL" clId="{F9025844-0D46-4D37-8C74-FC46BD0E6BF2}" dt="2026-03-11T14:40:58.573" v="20"/>
          <pc:sldLayoutMkLst>
            <pc:docMk/>
            <pc:sldMasterMk cId="1313885072" sldId="2147483679"/>
            <pc:sldLayoutMk cId="3350139055" sldId="2147483682"/>
          </pc:sldLayoutMkLst>
        </pc:sldLayoutChg>
        <pc:sldLayoutChg chg="setBg">
          <pc:chgData name="Bavli Armanyous" userId="2614e947-2a9c-4f9a-b146-f5ffa7aca4cc" providerId="ADAL" clId="{F9025844-0D46-4D37-8C74-FC46BD0E6BF2}" dt="2026-03-11T14:40:58.573" v="20"/>
          <pc:sldLayoutMkLst>
            <pc:docMk/>
            <pc:sldMasterMk cId="1313885072" sldId="2147483679"/>
            <pc:sldLayoutMk cId="358905169" sldId="2147483683"/>
          </pc:sldLayoutMkLst>
        </pc:sldLayoutChg>
        <pc:sldLayoutChg chg="setBg">
          <pc:chgData name="Bavli Armanyous" userId="2614e947-2a9c-4f9a-b146-f5ffa7aca4cc" providerId="ADAL" clId="{F9025844-0D46-4D37-8C74-FC46BD0E6BF2}" dt="2026-03-11T14:40:58.573" v="20"/>
          <pc:sldLayoutMkLst>
            <pc:docMk/>
            <pc:sldMasterMk cId="1313885072" sldId="2147483679"/>
            <pc:sldLayoutMk cId="908026687" sldId="2147483684"/>
          </pc:sldLayoutMkLst>
        </pc:sldLayoutChg>
        <pc:sldLayoutChg chg="setBg">
          <pc:chgData name="Bavli Armanyous" userId="2614e947-2a9c-4f9a-b146-f5ffa7aca4cc" providerId="ADAL" clId="{F9025844-0D46-4D37-8C74-FC46BD0E6BF2}" dt="2026-03-11T14:40:58.573" v="20"/>
          <pc:sldLayoutMkLst>
            <pc:docMk/>
            <pc:sldMasterMk cId="1313885072" sldId="2147483679"/>
            <pc:sldLayoutMk cId="3355182175" sldId="2147483685"/>
          </pc:sldLayoutMkLst>
        </pc:sldLayoutChg>
        <pc:sldLayoutChg chg="setBg">
          <pc:chgData name="Bavli Armanyous" userId="2614e947-2a9c-4f9a-b146-f5ffa7aca4cc" providerId="ADAL" clId="{F9025844-0D46-4D37-8C74-FC46BD0E6BF2}" dt="2026-03-11T14:40:58.573" v="20"/>
          <pc:sldLayoutMkLst>
            <pc:docMk/>
            <pc:sldMasterMk cId="1313885072" sldId="2147483679"/>
            <pc:sldLayoutMk cId="316795084" sldId="2147483686"/>
          </pc:sldLayoutMkLst>
        </pc:sldLayoutChg>
        <pc:sldLayoutChg chg="setBg">
          <pc:chgData name="Bavli Armanyous" userId="2614e947-2a9c-4f9a-b146-f5ffa7aca4cc" providerId="ADAL" clId="{F9025844-0D46-4D37-8C74-FC46BD0E6BF2}" dt="2026-03-11T14:40:58.573" v="20"/>
          <pc:sldLayoutMkLst>
            <pc:docMk/>
            <pc:sldMasterMk cId="1313885072" sldId="2147483679"/>
            <pc:sldLayoutMk cId="4093562081" sldId="2147483687"/>
          </pc:sldLayoutMkLst>
        </pc:sldLayoutChg>
        <pc:sldLayoutChg chg="setBg">
          <pc:chgData name="Bavli Armanyous" userId="2614e947-2a9c-4f9a-b146-f5ffa7aca4cc" providerId="ADAL" clId="{F9025844-0D46-4D37-8C74-FC46BD0E6BF2}" dt="2026-03-11T14:40:58.573" v="20"/>
          <pc:sldLayoutMkLst>
            <pc:docMk/>
            <pc:sldMasterMk cId="1313885072" sldId="2147483679"/>
            <pc:sldLayoutMk cId="2218120753" sldId="2147483688"/>
          </pc:sldLayoutMkLst>
        </pc:sldLayoutChg>
        <pc:sldLayoutChg chg="setBg">
          <pc:chgData name="Bavli Armanyous" userId="2614e947-2a9c-4f9a-b146-f5ffa7aca4cc" providerId="ADAL" clId="{F9025844-0D46-4D37-8C74-FC46BD0E6BF2}" dt="2026-03-11T14:40:58.573" v="20"/>
          <pc:sldLayoutMkLst>
            <pc:docMk/>
            <pc:sldMasterMk cId="1313885072" sldId="2147483679"/>
            <pc:sldLayoutMk cId="3122672143" sldId="2147483689"/>
          </pc:sldLayoutMkLst>
        </pc:sldLayoutChg>
        <pc:sldLayoutChg chg="setBg">
          <pc:chgData name="Bavli Armanyous" userId="2614e947-2a9c-4f9a-b146-f5ffa7aca4cc" providerId="ADAL" clId="{F9025844-0D46-4D37-8C74-FC46BD0E6BF2}" dt="2026-03-11T14:40:58.573" v="20"/>
          <pc:sldLayoutMkLst>
            <pc:docMk/>
            <pc:sldMasterMk cId="1313885072" sldId="2147483679"/>
            <pc:sldLayoutMk cId="2615252952" sldId="2147483690"/>
          </pc:sldLayoutMkLst>
        </pc:sldLayoutChg>
        <pc:sldLayoutChg chg="setBg">
          <pc:chgData name="Bavli Armanyous" userId="2614e947-2a9c-4f9a-b146-f5ffa7aca4cc" providerId="ADAL" clId="{F9025844-0D46-4D37-8C74-FC46BD0E6BF2}" dt="2026-03-11T14:40:58.573" v="20"/>
          <pc:sldLayoutMkLst>
            <pc:docMk/>
            <pc:sldMasterMk cId="1313885072" sldId="2147483679"/>
            <pc:sldLayoutMk cId="568401305" sldId="2147483691"/>
          </pc:sldLayoutMkLst>
        </pc:sldLayoutChg>
        <pc:sldLayoutChg chg="setBg">
          <pc:chgData name="Bavli Armanyous" userId="2614e947-2a9c-4f9a-b146-f5ffa7aca4cc" providerId="ADAL" clId="{F9025844-0D46-4D37-8C74-FC46BD0E6BF2}" dt="2026-03-11T14:40:58.573" v="20"/>
          <pc:sldLayoutMkLst>
            <pc:docMk/>
            <pc:sldMasterMk cId="1313885072" sldId="2147483679"/>
            <pc:sldLayoutMk cId="357141704" sldId="2147483692"/>
          </pc:sldLayoutMkLst>
        </pc:sldLayoutChg>
      </pc:sldMasterChg>
    </pc:docChg>
  </pc:docChgLst>
  <pc:docChgLst>
    <pc:chgData name="Jonas Clein" userId="S::jd.clein@student.avans.nl::25b35d1e-ddd6-43e3-82be-e065862dc903" providerId="AD" clId="Web-{BD9FBE3E-5D5D-D890-A587-FAC594C8FF21}"/>
    <pc:docChg chg="modSld">
      <pc:chgData name="Jonas Clein" userId="S::jd.clein@student.avans.nl::25b35d1e-ddd6-43e3-82be-e065862dc903" providerId="AD" clId="Web-{BD9FBE3E-5D5D-D890-A587-FAC594C8FF21}" dt="2026-03-11T19:50:35.266" v="103" actId="20577"/>
      <pc:docMkLst>
        <pc:docMk/>
      </pc:docMkLst>
      <pc:sldChg chg="modSp">
        <pc:chgData name="Jonas Clein" userId="S::jd.clein@student.avans.nl::25b35d1e-ddd6-43e3-82be-e065862dc903" providerId="AD" clId="Web-{BD9FBE3E-5D5D-D890-A587-FAC594C8FF21}" dt="2026-03-11T19:47:00.310" v="55" actId="20577"/>
        <pc:sldMkLst>
          <pc:docMk/>
          <pc:sldMk cId="0" sldId="259"/>
        </pc:sldMkLst>
        <pc:spChg chg="mod">
          <ac:chgData name="Jonas Clein" userId="S::jd.clein@student.avans.nl::25b35d1e-ddd6-43e3-82be-e065862dc903" providerId="AD" clId="Web-{BD9FBE3E-5D5D-D890-A587-FAC594C8FF21}" dt="2026-03-11T19:45:21.246" v="0" actId="14100"/>
          <ac:spMkLst>
            <pc:docMk/>
            <pc:sldMk cId="0" sldId="259"/>
            <ac:spMk id="2" creationId="{00000000-0000-0000-0000-000000000000}"/>
          </ac:spMkLst>
        </pc:spChg>
        <pc:spChg chg="mod">
          <ac:chgData name="Jonas Clein" userId="S::jd.clein@student.avans.nl::25b35d1e-ddd6-43e3-82be-e065862dc903" providerId="AD" clId="Web-{BD9FBE3E-5D5D-D890-A587-FAC594C8FF21}" dt="2026-03-11T19:47:00.310" v="55" actId="20577"/>
          <ac:spMkLst>
            <pc:docMk/>
            <pc:sldMk cId="0" sldId="259"/>
            <ac:spMk id="3" creationId="{00000000-0000-0000-0000-000000000000}"/>
          </ac:spMkLst>
        </pc:spChg>
      </pc:sldChg>
      <pc:sldChg chg="modSp">
        <pc:chgData name="Jonas Clein" userId="S::jd.clein@student.avans.nl::25b35d1e-ddd6-43e3-82be-e065862dc903" providerId="AD" clId="Web-{BD9FBE3E-5D5D-D890-A587-FAC594C8FF21}" dt="2026-03-11T19:50:35.266" v="103" actId="20577"/>
        <pc:sldMkLst>
          <pc:docMk/>
          <pc:sldMk cId="0" sldId="260"/>
        </pc:sldMkLst>
        <pc:spChg chg="mod">
          <ac:chgData name="Jonas Clein" userId="S::jd.clein@student.avans.nl::25b35d1e-ddd6-43e3-82be-e065862dc903" providerId="AD" clId="Web-{BD9FBE3E-5D5D-D890-A587-FAC594C8FF21}" dt="2026-03-11T19:48:07.420" v="57" actId="14100"/>
          <ac:spMkLst>
            <pc:docMk/>
            <pc:sldMk cId="0" sldId="260"/>
            <ac:spMk id="2" creationId="{00000000-0000-0000-0000-000000000000}"/>
          </ac:spMkLst>
        </pc:spChg>
        <pc:spChg chg="mod">
          <ac:chgData name="Jonas Clein" userId="S::jd.clein@student.avans.nl::25b35d1e-ddd6-43e3-82be-e065862dc903" providerId="AD" clId="Web-{BD9FBE3E-5D5D-D890-A587-FAC594C8FF21}" dt="2026-03-11T19:50:35.266" v="103" actId="20577"/>
          <ac:spMkLst>
            <pc:docMk/>
            <pc:sldMk cId="0" sldId="26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9" name="Shape 189"/>
          <p:cNvSpPr>
            <a:spLocks noGrp="1" noRot="1" noChangeAspect="1"/>
          </p:cNvSpPr>
          <p:nvPr>
            <p:ph type="sldImg"/>
          </p:nvPr>
        </p:nvSpPr>
        <p:spPr>
          <a:xfrm>
            <a:off x="1143000" y="685800"/>
            <a:ext cx="4572000" cy="3429000"/>
          </a:xfrm>
          <a:prstGeom prst="rect">
            <a:avLst/>
          </a:prstGeom>
        </p:spPr>
        <p:txBody>
          <a:bodyPr/>
          <a:lstStyle/>
          <a:p>
            <a:endParaRPr/>
          </a:p>
        </p:txBody>
      </p:sp>
      <p:sp>
        <p:nvSpPr>
          <p:cNvPr id="190" name="Shape 19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nl-NL" b="1" dirty="0"/>
              <a:t>Bavli</a:t>
            </a:r>
          </a:p>
          <a:p>
            <a:endParaRPr lang="nl-NL" b="1" dirty="0"/>
          </a:p>
          <a:p>
            <a:r>
              <a:rPr lang="nl-NL" dirty="0"/>
              <a:t>Welkom allemaal, mijn naam is Bavli, dit zijn [NOEMT TEAMLEDEN OP] en wij zijn Firewall Force.</a:t>
            </a:r>
          </a:p>
          <a:p>
            <a:endParaRPr lang="nl-NL" dirty="0"/>
          </a:p>
          <a:p>
            <a:r>
              <a:rPr lang="nl-NL" dirty="0"/>
              <a:t>Voor deze opdracht hebben wij een Business Continuity Plan uitgewerkt voor de casus </a:t>
            </a:r>
            <a:r>
              <a:rPr lang="nl-NL" dirty="0" err="1"/>
              <a:t>GreenTaste</a:t>
            </a:r>
            <a:r>
              <a:rPr lang="nl-NL" dirty="0"/>
              <a:t> Food </a:t>
            </a:r>
            <a:r>
              <a:rPr lang="nl-NL" dirty="0" err="1"/>
              <a:t>Co.</a:t>
            </a:r>
            <a:r>
              <a:rPr lang="nl-NL" dirty="0"/>
              <a:t> In deze presentatie laten wij zien welke onderdelen van de organisatie het belangrijkst zijn om te beschermen, welke risico’s wij herkennen, wat de mogelijke impact daarvan is en welke maatregelen nodig zijn om de continuïteit van het bedrijf te waarborgen.</a:t>
            </a:r>
          </a:p>
        </p:txBody>
      </p:sp>
    </p:spTree>
    <p:extLst>
      <p:ext uri="{BB962C8B-B14F-4D97-AF65-F5344CB8AC3E}">
        <p14:creationId xmlns:p14="http://schemas.microsoft.com/office/powerpoint/2010/main" val="2385264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nl-NL" b="1" dirty="0"/>
              <a:t>Bavli</a:t>
            </a:r>
          </a:p>
          <a:p>
            <a:endParaRPr lang="nl-NL" dirty="0"/>
          </a:p>
          <a:p>
            <a:r>
              <a:rPr lang="nl-NL" dirty="0"/>
              <a:t>Allereerst lichten we kort toe wat Business Continuity Management nou precies inhoudt. Daarna bespreken we de kroonjuwelen en kritieke processen van </a:t>
            </a:r>
            <a:r>
              <a:rPr lang="nl-NL" dirty="0" err="1"/>
              <a:t>GreenTaste</a:t>
            </a:r>
            <a:r>
              <a:rPr lang="nl-NL" dirty="0"/>
              <a:t>. Vervolgens gaan we in op de belangrijkste risico’s, de impact daarvan via een Business Impact Analysis en de maatregelen en crisisrespons die volgens ons nodig zijn. Tot slot sluiten we af met onze conclusie.</a:t>
            </a:r>
          </a:p>
        </p:txBody>
      </p:sp>
    </p:spTree>
    <p:extLst>
      <p:ext uri="{BB962C8B-B14F-4D97-AF65-F5344CB8AC3E}">
        <p14:creationId xmlns:p14="http://schemas.microsoft.com/office/powerpoint/2010/main" val="4159340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nl-NL" b="1" dirty="0"/>
              <a:t>Lucas</a:t>
            </a:r>
          </a:p>
          <a:p>
            <a:pPr marL="0" marR="0" lvl="0" indent="0" defTabSz="914400" eaLnBrk="1" fontAlgn="auto" latinLnBrk="0" hangingPunct="1">
              <a:lnSpc>
                <a:spcPct val="100000"/>
              </a:lnSpc>
              <a:spcBef>
                <a:spcPts val="0"/>
              </a:spcBef>
              <a:spcAft>
                <a:spcPts val="0"/>
              </a:spcAft>
              <a:buClrTx/>
              <a:buSzTx/>
              <a:buFontTx/>
              <a:buNone/>
              <a:tabLst/>
              <a:defRPr/>
            </a:pPr>
            <a:endParaRPr lang="nl-NL" b="1" dirty="0"/>
          </a:p>
          <a:p>
            <a:r>
              <a:rPr lang="nl-NL" dirty="0"/>
              <a:t>Business Continuity Management draait om de vraag hoe een organisatie kan blijven functioneren wanneer er iets misgaat. Denk bijvoorbeeld aan een cyberaanval, storing of uitval van systemen. Het doel is niet om elk incident volledig te voorkomen, maar om ervoor te zorgen dat de belangrijkste processen kunnen doorgaan of snel hersteld kunnen worden. Op die manier beperk je de schade aan omzet, reputatie en klantvertrouwen.</a:t>
            </a:r>
          </a:p>
        </p:txBody>
      </p:sp>
    </p:spTree>
    <p:extLst>
      <p:ext uri="{BB962C8B-B14F-4D97-AF65-F5344CB8AC3E}">
        <p14:creationId xmlns:p14="http://schemas.microsoft.com/office/powerpoint/2010/main" val="3966545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nl-NL" b="1" dirty="0"/>
              <a:t>Jonas</a:t>
            </a:r>
          </a:p>
          <a:p>
            <a:pPr marL="0" marR="0" lvl="0" indent="0" defTabSz="914400" eaLnBrk="1" fontAlgn="auto" latinLnBrk="0" hangingPunct="1">
              <a:lnSpc>
                <a:spcPct val="100000"/>
              </a:lnSpc>
              <a:spcBef>
                <a:spcPts val="0"/>
              </a:spcBef>
              <a:spcAft>
                <a:spcPts val="0"/>
              </a:spcAft>
              <a:buClrTx/>
              <a:buSzTx/>
              <a:buFontTx/>
              <a:buNone/>
              <a:tabLst/>
              <a:defRPr/>
            </a:pPr>
            <a:endParaRPr lang="nl-NL" b="1" dirty="0"/>
          </a:p>
          <a:p>
            <a:r>
              <a:rPr lang="nl-NL" dirty="0"/>
              <a:t>Hier zien we de belangrijkste kroonjuwelen van </a:t>
            </a:r>
            <a:r>
              <a:rPr lang="nl-NL" dirty="0" err="1"/>
              <a:t>GreenTaste</a:t>
            </a:r>
            <a:r>
              <a:rPr lang="nl-NL" dirty="0"/>
              <a:t>. Dat zijn vooral de klant- en betaalgegevens, de webshop, het geautomatiseerde productiesysteem en het voorraadbeheersysteem. Deze onderdelen zijn kritisch, omdat ze direct invloed hebben op verkoop, productie en levering. Als één van deze systemen uitvalt of wordt aangevallen, heeft dat meteen gevolgen voor de continuïteit van het bedrijf.</a:t>
            </a:r>
          </a:p>
        </p:txBody>
      </p:sp>
    </p:spTree>
    <p:extLst>
      <p:ext uri="{BB962C8B-B14F-4D97-AF65-F5344CB8AC3E}">
        <p14:creationId xmlns:p14="http://schemas.microsoft.com/office/powerpoint/2010/main" val="3961112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nl-NL" b="1" dirty="0"/>
              <a:t>Jonas</a:t>
            </a:r>
          </a:p>
          <a:p>
            <a:endParaRPr lang="nl-NL" dirty="0"/>
          </a:p>
          <a:p>
            <a:r>
              <a:rPr lang="nl-NL" dirty="0"/>
              <a:t>Op deze slide staan de belangrijkste bedrijfsprocessen van </a:t>
            </a:r>
            <a:r>
              <a:rPr lang="nl-NL" dirty="0" err="1"/>
              <a:t>GreenTaste</a:t>
            </a:r>
            <a:r>
              <a:rPr lang="nl-NL" dirty="0"/>
              <a:t>. Het gaat om het verwerken van bestellingen en betalingen, de productie van maaltijden, het voorraadbeheer en de logistiek en distributie. Deze processen zijn kritisch, omdat ze direct bepalen of </a:t>
            </a:r>
            <a:r>
              <a:rPr lang="nl-NL" dirty="0" err="1"/>
              <a:t>GreenTaste</a:t>
            </a:r>
            <a:r>
              <a:rPr lang="nl-NL" dirty="0"/>
              <a:t> producten kan verkopen, maken en leveren.</a:t>
            </a:r>
          </a:p>
        </p:txBody>
      </p:sp>
    </p:spTree>
    <p:extLst>
      <p:ext uri="{BB962C8B-B14F-4D97-AF65-F5344CB8AC3E}">
        <p14:creationId xmlns:p14="http://schemas.microsoft.com/office/powerpoint/2010/main" val="1311676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nl-NL" b="1" dirty="0"/>
              <a:t>Lucas</a:t>
            </a:r>
          </a:p>
          <a:p>
            <a:pPr marL="0" marR="0" lvl="0" indent="0" defTabSz="914400" eaLnBrk="1" fontAlgn="auto" latinLnBrk="0" hangingPunct="1">
              <a:lnSpc>
                <a:spcPct val="100000"/>
              </a:lnSpc>
              <a:spcBef>
                <a:spcPts val="0"/>
              </a:spcBef>
              <a:spcAft>
                <a:spcPts val="0"/>
              </a:spcAft>
              <a:buClrTx/>
              <a:buSzTx/>
              <a:buFontTx/>
              <a:buNone/>
              <a:tabLst/>
              <a:defRPr/>
            </a:pPr>
            <a:endParaRPr lang="nl-NL" b="1" dirty="0"/>
          </a:p>
          <a:p>
            <a:pPr marL="0" marR="0" lvl="0" indent="0" defTabSz="914400" eaLnBrk="1" fontAlgn="auto" latinLnBrk="0" hangingPunct="1">
              <a:lnSpc>
                <a:spcPct val="100000"/>
              </a:lnSpc>
              <a:spcBef>
                <a:spcPts val="0"/>
              </a:spcBef>
              <a:spcAft>
                <a:spcPts val="0"/>
              </a:spcAft>
              <a:buClrTx/>
              <a:buSzTx/>
              <a:buFontTx/>
              <a:buNone/>
              <a:tabLst/>
              <a:defRPr/>
            </a:pPr>
            <a:r>
              <a:rPr lang="nl-NL" dirty="0"/>
              <a:t>Wij hebben drie hoofd­risico’s gekozen voor </a:t>
            </a:r>
            <a:r>
              <a:rPr lang="nl-NL" dirty="0" err="1"/>
              <a:t>GreenTaste</a:t>
            </a:r>
            <a:r>
              <a:rPr lang="nl-NL" dirty="0"/>
              <a:t>: ransomware, een </a:t>
            </a:r>
            <a:r>
              <a:rPr lang="nl-NL" dirty="0" err="1"/>
              <a:t>datalek</a:t>
            </a:r>
            <a:r>
              <a:rPr lang="nl-NL" dirty="0"/>
              <a:t> en een DDoS-aanval. Deze risico’s zijn het meest relevant, omdat ze direct invloed hebben op de webshop, klantgegevens en de continuïteit van de bedrijfsvoering.</a:t>
            </a:r>
            <a:endParaRPr lang="nl-NL" b="1" dirty="0"/>
          </a:p>
          <a:p>
            <a:pPr marL="0" marR="0" lvl="0" indent="0" defTabSz="914400" eaLnBrk="1" fontAlgn="auto" latinLnBrk="0" hangingPunct="1">
              <a:lnSpc>
                <a:spcPct val="100000"/>
              </a:lnSpc>
              <a:spcBef>
                <a:spcPts val="0"/>
              </a:spcBef>
              <a:spcAft>
                <a:spcPts val="0"/>
              </a:spcAft>
              <a:buClrTx/>
              <a:buSzTx/>
              <a:buFontTx/>
              <a:buNone/>
              <a:tabLst/>
              <a:defRPr/>
            </a:pPr>
            <a:endParaRPr lang="nl-NL" b="1" dirty="0"/>
          </a:p>
          <a:p>
            <a:pPr marL="0" marR="0" lvl="0" indent="0" defTabSz="914400" eaLnBrk="1" fontAlgn="auto" latinLnBrk="0" hangingPunct="1">
              <a:lnSpc>
                <a:spcPct val="100000"/>
              </a:lnSpc>
              <a:spcBef>
                <a:spcPts val="0"/>
              </a:spcBef>
              <a:spcAft>
                <a:spcPts val="0"/>
              </a:spcAft>
              <a:buClrTx/>
              <a:buSzTx/>
              <a:buFontTx/>
              <a:buNone/>
              <a:tabLst/>
              <a:defRPr/>
            </a:pPr>
            <a:endParaRPr lang="nl-NL" b="1" dirty="0"/>
          </a:p>
          <a:p>
            <a:endParaRPr lang="nl-NL" dirty="0"/>
          </a:p>
        </p:txBody>
      </p:sp>
    </p:spTree>
    <p:extLst>
      <p:ext uri="{BB962C8B-B14F-4D97-AF65-F5344CB8AC3E}">
        <p14:creationId xmlns:p14="http://schemas.microsoft.com/office/powerpoint/2010/main" val="309539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nl-NL" b="1" dirty="0"/>
              <a:t>Vo</a:t>
            </a:r>
          </a:p>
          <a:p>
            <a:endParaRPr lang="nl-NL" b="1" dirty="0"/>
          </a:p>
          <a:p>
            <a:r>
              <a:rPr lang="nl-NL" dirty="0"/>
              <a:t>In de Business Impact Analysis kijken we naar wat er gebeurt als een incident echt plaatsvindt.</a:t>
            </a:r>
            <a:br>
              <a:rPr lang="nl-NL" dirty="0"/>
            </a:br>
            <a:r>
              <a:rPr lang="nl-NL" dirty="0"/>
              <a:t>Als de webshop offline gaat, kunnen klanten geen bestellingen plaatsen.</a:t>
            </a:r>
            <a:br>
              <a:rPr lang="nl-NL" dirty="0"/>
            </a:br>
            <a:r>
              <a:rPr lang="nl-NL" dirty="0"/>
              <a:t>Als het betalingssysteem uitvalt, ontstaat er direct omzetverlies.</a:t>
            </a:r>
            <a:br>
              <a:rPr lang="nl-NL" dirty="0"/>
            </a:br>
            <a:r>
              <a:rPr lang="nl-NL" dirty="0"/>
              <a:t>En bij productie-uitval kunnen leveringen vertragen of helemaal stoppen.</a:t>
            </a:r>
            <a:endParaRPr lang="nl-NL" b="1" dirty="0"/>
          </a:p>
        </p:txBody>
      </p:sp>
    </p:spTree>
    <p:extLst>
      <p:ext uri="{BB962C8B-B14F-4D97-AF65-F5344CB8AC3E}">
        <p14:creationId xmlns:p14="http://schemas.microsoft.com/office/powerpoint/2010/main" val="2703871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nl-NL" b="1" dirty="0"/>
              <a:t>Vo</a:t>
            </a:r>
          </a:p>
          <a:p>
            <a:endParaRPr lang="nl-NL" b="1" dirty="0"/>
          </a:p>
          <a:p>
            <a:r>
              <a:rPr lang="nl-NL" dirty="0"/>
              <a:t>Hier zien we de belangrijkste maatregelen voor </a:t>
            </a:r>
            <a:r>
              <a:rPr lang="nl-NL" dirty="0" err="1"/>
              <a:t>GreenTaste</a:t>
            </a:r>
            <a:r>
              <a:rPr lang="nl-NL" dirty="0"/>
              <a:t>. Denk aan back-ups, MFA en software-updates om incidenten te voorkomen of te beperken. Daarnaast helpen redundante servers en </a:t>
            </a:r>
            <a:r>
              <a:rPr lang="nl-NL" dirty="0" err="1"/>
              <a:t>cloudherstel</a:t>
            </a:r>
            <a:r>
              <a:rPr lang="nl-NL" dirty="0"/>
              <a:t> om systemen sneller terug te krijgen. Een incident response-stappenplan zorgt er tenslotte voor dat de organisatie snel en gestructureerd kan reageren.</a:t>
            </a:r>
            <a:endParaRPr lang="nl-NL" b="1" dirty="0"/>
          </a:p>
        </p:txBody>
      </p:sp>
    </p:spTree>
    <p:extLst>
      <p:ext uri="{BB962C8B-B14F-4D97-AF65-F5344CB8AC3E}">
        <p14:creationId xmlns:p14="http://schemas.microsoft.com/office/powerpoint/2010/main" val="3756590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nl-NL" b="1" dirty="0"/>
              <a:t>Bavli</a:t>
            </a:r>
          </a:p>
          <a:p>
            <a:endParaRPr lang="nl-NL" b="1" dirty="0"/>
          </a:p>
          <a:p>
            <a:r>
              <a:rPr lang="nl-NL" dirty="0"/>
              <a:t>Onze conclusie is dat vooral de webshop, klantgegevens en productie cruciaal zijn voor </a:t>
            </a:r>
            <a:r>
              <a:rPr lang="nl-NL" dirty="0" err="1"/>
              <a:t>GreenTaste</a:t>
            </a:r>
            <a:r>
              <a:rPr lang="nl-NL" dirty="0"/>
              <a:t>. De grootste risico’s zijn ransomware, datalekken en systeemuitval. </a:t>
            </a:r>
            <a:r>
              <a:rPr lang="nl-NL"/>
              <a:t>Met een goed Business Continuity Plan kan de organisatie de impact van incidenten beperken en sneller herstellen.</a:t>
            </a:r>
            <a:endParaRPr lang="nl-NL" b="1" dirty="0"/>
          </a:p>
        </p:txBody>
      </p:sp>
    </p:spTree>
    <p:extLst>
      <p:ext uri="{BB962C8B-B14F-4D97-AF65-F5344CB8AC3E}">
        <p14:creationId xmlns:p14="http://schemas.microsoft.com/office/powerpoint/2010/main" val="4149526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nl-NL"/>
              <a:t>Klik om stijl te bewerken</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US"/>
          </a:p>
        </p:txBody>
      </p:sp>
      <p:sp>
        <p:nvSpPr>
          <p:cNvPr id="4" name="Date Placeholder 3"/>
          <p:cNvSpPr>
            <a:spLocks noGrp="1"/>
          </p:cNvSpPr>
          <p:nvPr>
            <p:ph type="dt" sz="half" idx="10"/>
          </p:nvPr>
        </p:nvSpPr>
        <p:spPr/>
        <p:txBody>
          <a:bodyPr/>
          <a:lstStyle/>
          <a:p>
            <a:fld id="{424EB070-9618-40BE-86EC-9ED2D51D98AB}" type="datetimeFigureOut">
              <a:rPr lang="nl-NL" smtClean="0"/>
              <a:t>12-3-2026</a:t>
            </a:fld>
            <a:endParaRPr lang="nl-NL"/>
          </a:p>
        </p:txBody>
      </p:sp>
      <p:sp>
        <p:nvSpPr>
          <p:cNvPr id="5" name="Footer Placeholder 4"/>
          <p:cNvSpPr>
            <a:spLocks noGrp="1"/>
          </p:cNvSpPr>
          <p:nvPr>
            <p:ph type="ftr" sz="quarter" idx="11"/>
          </p:nvPr>
        </p:nvSpPr>
        <p:spPr>
          <a:xfrm>
            <a:off x="2416500" y="329307"/>
            <a:ext cx="4973915" cy="309201"/>
          </a:xfrm>
        </p:spPr>
        <p:txBody>
          <a:bodyPr/>
          <a:lstStyle/>
          <a:p>
            <a:endParaRPr lang="nl-NL"/>
          </a:p>
        </p:txBody>
      </p:sp>
      <p:sp>
        <p:nvSpPr>
          <p:cNvPr id="6" name="Slide Number Placeholder 5"/>
          <p:cNvSpPr>
            <a:spLocks noGrp="1"/>
          </p:cNvSpPr>
          <p:nvPr>
            <p:ph type="sldNum" sz="quarter" idx="12"/>
          </p:nvPr>
        </p:nvSpPr>
        <p:spPr>
          <a:xfrm>
            <a:off x="1437664" y="798973"/>
            <a:ext cx="811019" cy="503578"/>
          </a:xfrm>
        </p:spPr>
        <p:txBody>
          <a:bodyPr/>
          <a:lstStyle/>
          <a:p>
            <a:fld id="{86CB4B4D-7CA3-9044-876B-883B54F8677D}" type="slidenum">
              <a:rPr lang="nl-NL" smtClean="0"/>
              <a:t>‹nr.›</a:t>
            </a:fld>
            <a:endParaRPr lang="nl-NL"/>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21146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idx="1"/>
          </p:nvPr>
        </p:nvSpPr>
        <p:spPr/>
        <p:txBody>
          <a:bodyPr ancho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424EB070-9618-40BE-86EC-9ED2D51D98AB}" type="datetimeFigureOut">
              <a:rPr lang="nl-NL" smtClean="0"/>
              <a:t>12-3-2026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6CB4B4D-7CA3-9044-876B-883B54F8677D}" type="slidenum">
              <a:rPr lang="nl-NL" smtClean="0"/>
              <a:t>‹nr.›</a:t>
            </a:fld>
            <a:endParaRPr lang="nl-NL"/>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83797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nl-NL"/>
              <a:t>Klik om stijl te bewerken</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424EB070-9618-40BE-86EC-9ED2D51D98AB}" type="datetimeFigureOut">
              <a:rPr lang="nl-NL" smtClean="0"/>
              <a:t>12-3-2026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6CB4B4D-7CA3-9044-876B-883B54F8677D}" type="slidenum">
              <a:rPr lang="nl-NL" smtClean="0"/>
              <a:t>‹nr.›</a:t>
            </a:fld>
            <a:endParaRPr lang="nl-NL"/>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0139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nl-NL"/>
              <a:t>Klik om stijl te bewerken</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Date Placeholder 4"/>
          <p:cNvSpPr>
            <a:spLocks noGrp="1"/>
          </p:cNvSpPr>
          <p:nvPr>
            <p:ph type="dt" sz="half" idx="10"/>
          </p:nvPr>
        </p:nvSpPr>
        <p:spPr/>
        <p:txBody>
          <a:bodyPr/>
          <a:lstStyle/>
          <a:p>
            <a:fld id="{424EB070-9618-40BE-86EC-9ED2D51D98AB}" type="datetimeFigureOut">
              <a:rPr lang="nl-NL" smtClean="0"/>
              <a:t>12-3-2026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86CB4B4D-7CA3-9044-876B-883B54F8677D}" type="slidenum">
              <a:rPr lang="nl-NL" smtClean="0"/>
              <a:t>‹nr.›</a:t>
            </a:fld>
            <a:endParaRPr lang="nl-NL"/>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8905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nl-NL"/>
              <a:t>Klik om stijl te bewerken</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Content Placeholder 3"/>
          <p:cNvSpPr>
            <a:spLocks noGrp="1"/>
          </p:cNvSpPr>
          <p:nvPr>
            <p:ph sz="half" idx="2"/>
          </p:nvPr>
        </p:nvSpPr>
        <p:spPr>
          <a:xfrm>
            <a:off x="1447191" y="2824269"/>
            <a:ext cx="4645152" cy="2644457"/>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Content Placeholder 5"/>
          <p:cNvSpPr>
            <a:spLocks noGrp="1"/>
          </p:cNvSpPr>
          <p:nvPr>
            <p:ph sz="quarter" idx="4"/>
          </p:nvPr>
        </p:nvSpPr>
        <p:spPr>
          <a:xfrm>
            <a:off x="6412362" y="2821491"/>
            <a:ext cx="4645152" cy="2637371"/>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Date Placeholder 6"/>
          <p:cNvSpPr>
            <a:spLocks noGrp="1"/>
          </p:cNvSpPr>
          <p:nvPr>
            <p:ph type="dt" sz="half" idx="10"/>
          </p:nvPr>
        </p:nvSpPr>
        <p:spPr/>
        <p:txBody>
          <a:bodyPr/>
          <a:lstStyle/>
          <a:p>
            <a:fld id="{424EB070-9618-40BE-86EC-9ED2D51D98AB}" type="datetimeFigureOut">
              <a:rPr lang="nl-NL" smtClean="0"/>
              <a:t>12-3-2026</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86CB4B4D-7CA3-9044-876B-883B54F8677D}" type="slidenum">
              <a:rPr lang="nl-NL" smtClean="0"/>
              <a:t>‹nr.›</a:t>
            </a:fld>
            <a:endParaRPr lang="nl-NL"/>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08026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Date Placeholder 2"/>
          <p:cNvSpPr>
            <a:spLocks noGrp="1"/>
          </p:cNvSpPr>
          <p:nvPr>
            <p:ph type="dt" sz="half" idx="10"/>
          </p:nvPr>
        </p:nvSpPr>
        <p:spPr/>
        <p:txBody>
          <a:bodyPr/>
          <a:lstStyle/>
          <a:p>
            <a:fld id="{424EB070-9618-40BE-86EC-9ED2D51D98AB}" type="datetimeFigureOut">
              <a:rPr lang="nl-NL" smtClean="0"/>
              <a:t>12-3-2026</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86CB4B4D-7CA3-9044-876B-883B54F8677D}" type="slidenum">
              <a:rPr lang="nl-NL" smtClean="0"/>
              <a:t>‹nr.›</a:t>
            </a:fld>
            <a:endParaRPr lang="nl-NL"/>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5182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4EB070-9618-40BE-86EC-9ED2D51D98AB}" type="datetimeFigureOut">
              <a:rPr lang="nl-NL" smtClean="0"/>
              <a:t>12-3-2026</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86CB4B4D-7CA3-9044-876B-883B54F8677D}" type="slidenum">
              <a:rPr lang="nl-NL" smtClean="0"/>
              <a:t>‹nr.›</a:t>
            </a:fld>
            <a:endParaRPr lang="nl-NL"/>
          </a:p>
        </p:txBody>
      </p:sp>
    </p:spTree>
    <p:extLst>
      <p:ext uri="{BB962C8B-B14F-4D97-AF65-F5344CB8AC3E}">
        <p14:creationId xmlns:p14="http://schemas.microsoft.com/office/powerpoint/2010/main" val="316795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nl-NL"/>
              <a:t>Klik om stijl te bewerken</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24EB070-9618-40BE-86EC-9ED2D51D98AB}" type="datetimeFigureOut">
              <a:rPr lang="nl-NL" smtClean="0"/>
              <a:t>12-3-2026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86CB4B4D-7CA3-9044-876B-883B54F8677D}" type="slidenum">
              <a:rPr lang="nl-NL" smtClean="0"/>
              <a:t>‹nr.›</a:t>
            </a:fld>
            <a:endParaRPr lang="nl-NL"/>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93562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nl-NL"/>
              <a:t>Klik om stijl te bewerken</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24EB070-9618-40BE-86EC-9ED2D51D98AB}" type="datetimeFigureOut">
              <a:rPr lang="nl-NL" smtClean="0"/>
              <a:t>12-3-2026</a:t>
            </a:fld>
            <a:endParaRPr lang="nl-NL"/>
          </a:p>
        </p:txBody>
      </p:sp>
      <p:sp>
        <p:nvSpPr>
          <p:cNvPr id="6" name="Footer Placeholder 5"/>
          <p:cNvSpPr>
            <a:spLocks noGrp="1"/>
          </p:cNvSpPr>
          <p:nvPr>
            <p:ph type="ftr" sz="quarter" idx="11"/>
          </p:nvPr>
        </p:nvSpPr>
        <p:spPr>
          <a:xfrm>
            <a:off x="1447382" y="318640"/>
            <a:ext cx="5541004" cy="320931"/>
          </a:xfrm>
        </p:spPr>
        <p:txBody>
          <a:bodyPr/>
          <a:lstStyle/>
          <a:p>
            <a:endParaRPr lang="nl-NL"/>
          </a:p>
        </p:txBody>
      </p:sp>
      <p:sp>
        <p:nvSpPr>
          <p:cNvPr id="7" name="Slide Number Placeholder 6"/>
          <p:cNvSpPr>
            <a:spLocks noGrp="1"/>
          </p:cNvSpPr>
          <p:nvPr>
            <p:ph type="sldNum" sz="quarter" idx="12"/>
          </p:nvPr>
        </p:nvSpPr>
        <p:spPr/>
        <p:txBody>
          <a:bodyPr/>
          <a:lstStyle/>
          <a:p>
            <a:fld id="{86CB4B4D-7CA3-9044-876B-883B54F8677D}" type="slidenum">
              <a:rPr lang="nl-NL" smtClean="0"/>
              <a:t>‹nr.›</a:t>
            </a:fld>
            <a:endParaRPr lang="nl-NL"/>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8120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Vertical Text Placeholder 2"/>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424EB070-9618-40BE-86EC-9ED2D51D98AB}" type="datetimeFigureOut">
              <a:rPr lang="nl-NL" smtClean="0"/>
              <a:t>12-3-2026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6CB4B4D-7CA3-9044-876B-883B54F8677D}" type="slidenum">
              <a:rPr lang="nl-NL" smtClean="0"/>
              <a:t>‹nr.›</a:t>
            </a:fld>
            <a:endParaRPr lang="nl-NL"/>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2672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nl-NL"/>
              <a:t>Klik om stijl te bewerken</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424EB070-9618-40BE-86EC-9ED2D51D98AB}" type="datetimeFigureOut">
              <a:rPr lang="nl-NL" smtClean="0"/>
              <a:t>12-3-2026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6CB4B4D-7CA3-9044-876B-883B54F8677D}" type="slidenum">
              <a:rPr lang="nl-NL" smtClean="0"/>
              <a:t>‹nr.›</a:t>
            </a:fld>
            <a:endParaRPr lang="nl-NL"/>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5252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Content 2 small pictures">
    <p:spTree>
      <p:nvGrpSpPr>
        <p:cNvPr id="1" name=""/>
        <p:cNvGrpSpPr/>
        <p:nvPr/>
      </p:nvGrpSpPr>
      <p:grpSpPr>
        <a:xfrm>
          <a:off x="0" y="0"/>
          <a:ext cx="0" cy="0"/>
          <a:chOff x="0" y="0"/>
          <a:chExt cx="0" cy="0"/>
        </a:xfrm>
      </p:grpSpPr>
      <p:sp>
        <p:nvSpPr>
          <p:cNvPr id="41" name="Picture Placeholder 21"/>
          <p:cNvSpPr>
            <a:spLocks noGrp="1"/>
          </p:cNvSpPr>
          <p:nvPr>
            <p:ph type="pic" sz="quarter" idx="21"/>
          </p:nvPr>
        </p:nvSpPr>
        <p:spPr>
          <a:xfrm>
            <a:off x="7200479" y="1150210"/>
            <a:ext cx="2207046" cy="2204179"/>
          </a:xfrm>
          <a:prstGeom prst="rect">
            <a:avLst/>
          </a:prstGeom>
        </p:spPr>
        <p:txBody>
          <a:bodyPr lIns="91439" rIns="91439">
            <a:noAutofit/>
          </a:bodyPr>
          <a:lstStyle/>
          <a:p>
            <a:endParaRPr/>
          </a:p>
        </p:txBody>
      </p:sp>
      <p:sp>
        <p:nvSpPr>
          <p:cNvPr id="42" name="Picture Placeholder 20"/>
          <p:cNvSpPr>
            <a:spLocks noGrp="1"/>
          </p:cNvSpPr>
          <p:nvPr>
            <p:ph type="pic" sz="quarter" idx="22"/>
          </p:nvPr>
        </p:nvSpPr>
        <p:spPr>
          <a:xfrm>
            <a:off x="8444631" y="2579683"/>
            <a:ext cx="3096808" cy="3096807"/>
          </a:xfrm>
          <a:prstGeom prst="rect">
            <a:avLst/>
          </a:prstGeom>
        </p:spPr>
        <p:txBody>
          <a:bodyPr lIns="91439" rIns="91439">
            <a:noAutofit/>
          </a:bodyPr>
          <a:lstStyle/>
          <a:p>
            <a:endParaRPr/>
          </a:p>
        </p:txBody>
      </p:sp>
      <p:sp>
        <p:nvSpPr>
          <p:cNvPr id="43" name="Title Text"/>
          <p:cNvSpPr txBox="1">
            <a:spLocks noGrp="1"/>
          </p:cNvSpPr>
          <p:nvPr>
            <p:ph type="title"/>
          </p:nvPr>
        </p:nvSpPr>
        <p:spPr>
          <a:xfrm>
            <a:off x="539495" y="365124"/>
            <a:ext cx="5806442" cy="1325881"/>
          </a:xfrm>
          <a:prstGeom prst="rect">
            <a:avLst/>
          </a:prstGeom>
        </p:spPr>
        <p:txBody>
          <a:bodyPr/>
          <a:lstStyle/>
          <a:p>
            <a:r>
              <a:t>Title Text</a:t>
            </a:r>
          </a:p>
        </p:txBody>
      </p:sp>
      <p:sp>
        <p:nvSpPr>
          <p:cNvPr id="44" name="Body Level One…"/>
          <p:cNvSpPr txBox="1">
            <a:spLocks noGrp="1"/>
          </p:cNvSpPr>
          <p:nvPr>
            <p:ph type="body" sz="half" idx="1"/>
          </p:nvPr>
        </p:nvSpPr>
        <p:spPr>
          <a:xfrm>
            <a:off x="539495" y="1825625"/>
            <a:ext cx="5806442" cy="4352545"/>
          </a:xfrm>
          <a:prstGeom prst="rect">
            <a:avLst/>
          </a:prstGeom>
        </p:spPr>
        <p:txBody>
          <a:bodyPr/>
          <a:lstStyle>
            <a:lvl1pPr marL="0" indent="0">
              <a:lnSpc>
                <a:spcPct val="110000"/>
              </a:lnSpc>
              <a:buSzTx/>
              <a:buFontTx/>
              <a:buNone/>
              <a:defRPr sz="2400"/>
            </a:lvl1pPr>
            <a:lvl2pPr marL="274319" indent="-274319">
              <a:lnSpc>
                <a:spcPct val="110000"/>
              </a:lnSpc>
              <a:buFontTx/>
              <a:defRPr sz="2400"/>
            </a:lvl2pPr>
            <a:lvl3pPr marL="533400" indent="-304800">
              <a:lnSpc>
                <a:spcPct val="110000"/>
              </a:lnSpc>
              <a:buFontTx/>
              <a:defRPr sz="2400"/>
            </a:lvl3pPr>
            <a:lvl4pPr marL="800100" indent="-342900">
              <a:lnSpc>
                <a:spcPct val="110000"/>
              </a:lnSpc>
              <a:buFontTx/>
              <a:defRPr sz="2400"/>
            </a:lvl4pPr>
            <a:lvl5pPr marL="2133600" indent="-304800">
              <a:lnSpc>
                <a:spcPct val="110000"/>
              </a:lnSpc>
              <a:buFontTx/>
              <a:defRPr sz="2400"/>
            </a:lvl5pPr>
          </a:lstStyle>
          <a:p>
            <a:r>
              <a:t>Body Level One</a:t>
            </a:r>
          </a:p>
          <a:p>
            <a:pPr lvl="1"/>
            <a:r>
              <a:t>Body Level Two</a:t>
            </a:r>
          </a:p>
          <a:p>
            <a:pPr lvl="2"/>
            <a:r>
              <a:t>Body Level Three</a:t>
            </a:r>
          </a:p>
          <a:p>
            <a:pPr lvl="3"/>
            <a:r>
              <a:t>Body Level Four</a:t>
            </a:r>
          </a:p>
          <a:p>
            <a:pPr lvl="4"/>
            <a:r>
              <a:t>Body Level Five</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‹nr.›</a:t>
            </a:fld>
            <a:endParaRPr/>
          </a:p>
        </p:txBody>
      </p:sp>
    </p:spTree>
    <p:extLst>
      <p:ext uri="{BB962C8B-B14F-4D97-AF65-F5344CB8AC3E}">
        <p14:creationId xmlns:p14="http://schemas.microsoft.com/office/powerpoint/2010/main" val="56840130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32" name="Title Text"/>
          <p:cNvSpPr txBox="1">
            <a:spLocks noGrp="1"/>
          </p:cNvSpPr>
          <p:nvPr>
            <p:ph type="title"/>
          </p:nvPr>
        </p:nvSpPr>
        <p:spPr>
          <a:xfrm>
            <a:off x="1170432" y="1399032"/>
            <a:ext cx="3236977" cy="4069080"/>
          </a:xfrm>
          <a:prstGeom prst="rect">
            <a:avLst/>
          </a:prstGeom>
        </p:spPr>
        <p:txBody>
          <a:bodyPr/>
          <a:lstStyle>
            <a:lvl1pPr algn="ctr">
              <a:defRPr>
                <a:solidFill>
                  <a:srgbClr val="FFFFFF"/>
                </a:solidFill>
              </a:defRPr>
            </a:lvl1pPr>
          </a:lstStyle>
          <a:p>
            <a:r>
              <a:t>Title Text</a:t>
            </a:r>
          </a:p>
        </p:txBody>
      </p:sp>
      <p:sp>
        <p:nvSpPr>
          <p:cNvPr id="33" name="Body Level One…"/>
          <p:cNvSpPr txBox="1">
            <a:spLocks noGrp="1"/>
          </p:cNvSpPr>
          <p:nvPr>
            <p:ph type="body" sz="half" idx="1"/>
          </p:nvPr>
        </p:nvSpPr>
        <p:spPr>
          <a:xfrm>
            <a:off x="5788152" y="1527047"/>
            <a:ext cx="5111497" cy="3931922"/>
          </a:xfrm>
          <a:prstGeom prst="rect">
            <a:avLst/>
          </a:prstGeom>
        </p:spPr>
        <p:txBody>
          <a:bodyPr anchor="ctr"/>
          <a:lstStyle>
            <a:lvl1pPr marL="0" indent="0">
              <a:buSzTx/>
              <a:buFontTx/>
              <a:buNone/>
            </a:lvl1pPr>
            <a:lvl2pPr marL="266700">
              <a:buFontTx/>
            </a:lvl2pPr>
            <a:lvl3pPr marL="548639">
              <a:buFontTx/>
            </a:lvl3pPr>
            <a:lvl4pPr marL="0" indent="1371600">
              <a:buSzTx/>
              <a:buFontTx/>
              <a:buNone/>
            </a:lvl4pPr>
            <a:lvl5pPr>
              <a:buFontTx/>
            </a:lvl5p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‹nr.›</a:t>
            </a:fld>
            <a:endParaRPr/>
          </a:p>
        </p:txBody>
      </p:sp>
    </p:spTree>
    <p:extLst>
      <p:ext uri="{BB962C8B-B14F-4D97-AF65-F5344CB8AC3E}">
        <p14:creationId xmlns:p14="http://schemas.microsoft.com/office/powerpoint/2010/main" val="35714170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162A"/>
        </a:solidFill>
        <a:effectLst/>
      </p:bgPr>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nl-NL"/>
          </a:p>
        </p:txBody>
      </p:sp>
      <p:pic>
        <p:nvPicPr>
          <p:cNvPr id="7" name="Picture 6"/>
          <p:cNvPicPr>
            <a:picLocks noChangeAspect="1"/>
          </p:cNvPicPr>
          <p:nvPr/>
        </p:nvPicPr>
        <p:blipFill rotWithShape="1">
          <a:blip r:embed="rId15">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nl-NL"/>
              <a:t>Klik om stijl te bewerken</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24EB070-9618-40BE-86EC-9ED2D51D98AB}" type="datetimeFigureOut">
              <a:rPr lang="nl-NL" smtClean="0"/>
              <a:t>12-3-2026</a:t>
            </a:fld>
            <a:endParaRPr lang="nl-NL"/>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6CB4B4D-7CA3-9044-876B-883B54F8677D}" type="slidenum">
              <a:rPr lang="nl-NL" smtClean="0"/>
              <a:t>‹nr.›</a:t>
            </a:fld>
            <a:endParaRPr lang="nl-NL"/>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388507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hyperlink" Target="https://researchleap.com/business-continuity-and-resilience-planning-practices-in-kenya/"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325369"/>
            <a:ext cx="4368602" cy="1956841"/>
          </a:xfrm>
        </p:spPr>
        <p:txBody>
          <a:bodyPr vert="horz" lIns="91440" tIns="45720" rIns="91440" bIns="45720" rtlCol="0" anchor="b">
            <a:normAutofit/>
          </a:bodyPr>
          <a:lstStyle/>
          <a:p>
            <a:r>
              <a:rPr lang="en-US" sz="4000">
                <a:solidFill>
                  <a:srgbClr val="F4C757"/>
                </a:solidFill>
                <a:effectLst>
                  <a:outerShdw blurRad="38100" dist="38100" dir="2700000" algn="tl">
                    <a:srgbClr val="000000">
                      <a:alpha val="43137"/>
                    </a:srgbClr>
                  </a:outerShdw>
                </a:effectLst>
              </a:rPr>
              <a:t>Business Continuity Management</a:t>
            </a:r>
          </a:p>
        </p:txBody>
      </p:sp>
      <p:sp>
        <p:nvSpPr>
          <p:cNvPr id="12" name="Text Placeholder 4">
            <a:extLst>
              <a:ext uri="{FF2B5EF4-FFF2-40B4-BE49-F238E27FC236}">
                <a16:creationId xmlns:a16="http://schemas.microsoft.com/office/drawing/2014/main" id="{42D19923-DF8E-6717-6D97-B2CF2DCD0649}"/>
              </a:ext>
            </a:extLst>
          </p:cNvPr>
          <p:cNvSpPr>
            <a:spLocks noGrp="1"/>
          </p:cNvSpPr>
          <p:nvPr>
            <p:ph type="body" sz="half" idx="1"/>
          </p:nvPr>
        </p:nvSpPr>
        <p:spPr>
          <a:xfrm>
            <a:off x="640080" y="5338915"/>
            <a:ext cx="4243589" cy="854651"/>
          </a:xfrm>
        </p:spPr>
        <p:txBody>
          <a:bodyPr vert="horz" lIns="91440" tIns="45720" rIns="91440" bIns="45720" rtlCol="0">
            <a:normAutofit/>
          </a:bodyPr>
          <a:lstStyle/>
          <a:p>
            <a:pPr>
              <a:lnSpc>
                <a:spcPct val="90000"/>
              </a:lnSpc>
            </a:pPr>
            <a:r>
              <a:rPr lang="nl-NL" b="1">
                <a:latin typeface="Noto Sans SC" panose="020B0604020202020204" charset="-128"/>
                <a:ea typeface="Noto Sans SC" panose="020B0604020202020204" charset="-128"/>
              </a:rPr>
              <a:t>Bavli, Jonas, Lucas, Vo</a:t>
            </a:r>
            <a:endParaRPr lang="nl-NL" sz="2000" b="1">
              <a:latin typeface="Noto Sans SC" panose="020B0604020202020204" charset="-128"/>
              <a:ea typeface="Noto Sans SC" panose="020B0604020202020204" charset="-128"/>
            </a:endParaRPr>
          </a:p>
          <a:p>
            <a:pPr indent="-228600">
              <a:lnSpc>
                <a:spcPct val="90000"/>
              </a:lnSpc>
              <a:buFont typeface="Arial" panose="020B0604020202020204" pitchFamily="34" charset="0"/>
              <a:buChar char="•"/>
            </a:pPr>
            <a:endParaRPr lang="en-US" sz="2200"/>
          </a:p>
        </p:txBody>
      </p:sp>
      <p:pic>
        <p:nvPicPr>
          <p:cNvPr id="5" name="Afbeelding 4">
            <a:extLst>
              <a:ext uri="{FF2B5EF4-FFF2-40B4-BE49-F238E27FC236}">
                <a16:creationId xmlns:a16="http://schemas.microsoft.com/office/drawing/2014/main" id="{1468326F-793E-A587-7E1C-DCCEF5FEEFBF}"/>
              </a:ext>
            </a:extLst>
          </p:cNvPr>
          <p:cNvPicPr>
            <a:picLocks noChangeAspect="1"/>
          </p:cNvPicPr>
          <p:nvPr/>
        </p:nvPicPr>
        <p:blipFill>
          <a:blip r:embed="rId3">
            <a:extLst>
              <a:ext uri="{28A0092B-C50C-407E-A947-70E740481C1C}">
                <a14:useLocalDpi xmlns:a14="http://schemas.microsoft.com/office/drawing/2010/main" val="0"/>
              </a:ext>
            </a:extLst>
          </a:blip>
          <a:srcRect b="303"/>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p:spPr>
      </p:pic>
      <p:sp>
        <p:nvSpPr>
          <p:cNvPr id="3" name="Tekstvak 2">
            <a:extLst>
              <a:ext uri="{FF2B5EF4-FFF2-40B4-BE49-F238E27FC236}">
                <a16:creationId xmlns:a16="http://schemas.microsoft.com/office/drawing/2014/main" id="{D0554655-D141-9857-9423-C68DF8437952}"/>
              </a:ext>
            </a:extLst>
          </p:cNvPr>
          <p:cNvSpPr txBox="1"/>
          <p:nvPr/>
        </p:nvSpPr>
        <p:spPr>
          <a:xfrm>
            <a:off x="640079" y="2282210"/>
            <a:ext cx="3074081" cy="400110"/>
          </a:xfrm>
          <a:prstGeom prst="rect">
            <a:avLst/>
          </a:prstGeom>
          <a:noFill/>
        </p:spPr>
        <p:txBody>
          <a:bodyPr wrap="square" rtlCol="0">
            <a:spAutoFit/>
          </a:bodyPr>
          <a:lstStyle/>
          <a:p>
            <a:r>
              <a:rPr lang="nl-NL" sz="2000" b="1" i="1" err="1">
                <a:ln w="3175">
                  <a:solidFill>
                    <a:schemeClr val="accent5">
                      <a:lumMod val="75000"/>
                    </a:schemeClr>
                  </a:solidFill>
                </a:ln>
                <a:solidFill>
                  <a:srgbClr val="92D050"/>
                </a:solidFill>
                <a:effectLst>
                  <a:outerShdw blurRad="38100" dist="38100" dir="2700000" algn="tl">
                    <a:srgbClr val="000000">
                      <a:alpha val="43137"/>
                    </a:srgbClr>
                  </a:outerShdw>
                </a:effectLst>
              </a:rPr>
              <a:t>GreenTaste</a:t>
            </a:r>
            <a:r>
              <a:rPr lang="nl-NL" sz="2000" b="1" i="1">
                <a:ln w="3175">
                  <a:solidFill>
                    <a:schemeClr val="accent5">
                      <a:lumMod val="75000"/>
                    </a:schemeClr>
                  </a:solidFill>
                </a:ln>
                <a:solidFill>
                  <a:srgbClr val="92D050"/>
                </a:solidFill>
                <a:effectLst>
                  <a:outerShdw blurRad="38100" dist="38100" dir="2700000" algn="tl">
                    <a:srgbClr val="000000">
                      <a:alpha val="43137"/>
                    </a:srgbClr>
                  </a:outerShdw>
                </a:effectLst>
              </a:rPr>
              <a:t> Food </a:t>
            </a:r>
            <a:r>
              <a:rPr lang="nl-NL" sz="2000" b="1" i="1" err="1">
                <a:ln w="3175">
                  <a:solidFill>
                    <a:schemeClr val="accent5">
                      <a:lumMod val="75000"/>
                    </a:schemeClr>
                  </a:solidFill>
                </a:ln>
                <a:solidFill>
                  <a:srgbClr val="92D050"/>
                </a:solidFill>
                <a:effectLst>
                  <a:outerShdw blurRad="38100" dist="38100" dir="2700000" algn="tl">
                    <a:srgbClr val="000000">
                      <a:alpha val="43137"/>
                    </a:srgbClr>
                  </a:outerShdw>
                </a:effectLst>
              </a:rPr>
              <a:t>Co.</a:t>
            </a:r>
            <a:r>
              <a:rPr lang="nl-NL" sz="2000" b="1" i="1">
                <a:ln w="3175">
                  <a:solidFill>
                    <a:schemeClr val="accent5">
                      <a:lumMod val="75000"/>
                    </a:schemeClr>
                  </a:solidFill>
                </a:ln>
                <a:solidFill>
                  <a:srgbClr val="92D050"/>
                </a:solidFill>
                <a:effectLst>
                  <a:outerShdw blurRad="38100" dist="38100" dir="2700000" algn="tl">
                    <a:srgbClr val="000000">
                      <a:alpha val="43137"/>
                    </a:srgbClr>
                  </a:outerShdw>
                </a:effectLst>
              </a:rPr>
              <a:t> casus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1854780" y="1338362"/>
            <a:ext cx="5111497" cy="3931922"/>
          </a:xfrm>
          <a:noFill/>
          <a:ln>
            <a:noFill/>
          </a:ln>
        </p:spPr>
        <p:txBody>
          <a:bodyPr/>
          <a:lstStyle/>
          <a:p>
            <a:pPr marL="342900" indent="-342900">
              <a:buClr>
                <a:srgbClr val="F4C757"/>
              </a:buClr>
              <a:buSzPct val="150000"/>
              <a:buFont typeface="Arial" panose="020B0604020202020204" pitchFamily="34" charset="0"/>
              <a:buChar char="•"/>
            </a:pPr>
            <a:r>
              <a:rPr lang="en-US" b="1" dirty="0">
                <a:solidFill>
                  <a:schemeClr val="bg1"/>
                </a:solidFill>
              </a:rPr>
              <a:t>Wat is Business Continuity Management?</a:t>
            </a:r>
          </a:p>
          <a:p>
            <a:pPr marL="342900" indent="-342900">
              <a:buClr>
                <a:srgbClr val="F4C757"/>
              </a:buClr>
              <a:buSzPct val="150000"/>
              <a:buFont typeface="Arial" panose="020B0604020202020204" pitchFamily="34" charset="0"/>
              <a:buChar char="•"/>
            </a:pPr>
            <a:r>
              <a:rPr lang="nl-NL" b="1" dirty="0">
                <a:solidFill>
                  <a:schemeClr val="bg1"/>
                </a:solidFill>
              </a:rPr>
              <a:t>Kroonjuwelen en kritieke processen</a:t>
            </a:r>
          </a:p>
          <a:p>
            <a:pPr marL="342900" indent="-342900">
              <a:buClr>
                <a:srgbClr val="F4C757"/>
              </a:buClr>
              <a:buSzPct val="150000"/>
              <a:buFont typeface="Arial" panose="020B0604020202020204" pitchFamily="34" charset="0"/>
              <a:buChar char="•"/>
            </a:pPr>
            <a:r>
              <a:rPr lang="nl-NL" b="1" dirty="0">
                <a:solidFill>
                  <a:schemeClr val="bg1"/>
                </a:solidFill>
              </a:rPr>
              <a:t>Risicoanalyse</a:t>
            </a:r>
          </a:p>
          <a:p>
            <a:pPr marL="342900" indent="-342900">
              <a:buClr>
                <a:srgbClr val="F4C757"/>
              </a:buClr>
              <a:buSzPct val="150000"/>
              <a:buFont typeface="Arial" panose="020B0604020202020204" pitchFamily="34" charset="0"/>
              <a:buChar char="•"/>
            </a:pPr>
            <a:r>
              <a:rPr lang="nl-NL" b="1" dirty="0">
                <a:solidFill>
                  <a:schemeClr val="bg1"/>
                </a:solidFill>
              </a:rPr>
              <a:t>Business Impact Analysis (BIA)</a:t>
            </a:r>
          </a:p>
          <a:p>
            <a:pPr marL="342900" indent="-342900">
              <a:buClr>
                <a:srgbClr val="F4C757"/>
              </a:buClr>
              <a:buSzPct val="150000"/>
              <a:buFont typeface="Arial" panose="020B0604020202020204" pitchFamily="34" charset="0"/>
              <a:buChar char="•"/>
            </a:pPr>
            <a:r>
              <a:rPr lang="nl-NL" b="1" dirty="0">
                <a:solidFill>
                  <a:schemeClr val="bg1"/>
                </a:solidFill>
              </a:rPr>
              <a:t>Maatregelen en crisisrespons</a:t>
            </a:r>
          </a:p>
          <a:p>
            <a:pPr marL="342900" indent="-342900">
              <a:buClr>
                <a:srgbClr val="F4C757"/>
              </a:buClr>
              <a:buSzPct val="150000"/>
              <a:buFont typeface="Arial" panose="020B0604020202020204" pitchFamily="34" charset="0"/>
              <a:buChar char="•"/>
            </a:pPr>
            <a:r>
              <a:rPr lang="nl-NL" b="1" dirty="0">
                <a:solidFill>
                  <a:schemeClr val="bg1"/>
                </a:solidFill>
              </a:rPr>
              <a:t>Conclusie</a:t>
            </a:r>
          </a:p>
        </p:txBody>
      </p:sp>
      <p:pic>
        <p:nvPicPr>
          <p:cNvPr id="4" name="Afbeelding 3" descr="Afbeelding met symbool, logo, embleem, tekst&#10;&#10;Door AI gegenereerde inhoud is mogelijk onjuist.">
            <a:extLst>
              <a:ext uri="{FF2B5EF4-FFF2-40B4-BE49-F238E27FC236}">
                <a16:creationId xmlns:a16="http://schemas.microsoft.com/office/drawing/2014/main" id="{872F624F-4F88-B029-38CF-336931858075}"/>
              </a:ext>
            </a:extLst>
          </p:cNvPr>
          <p:cNvPicPr>
            <a:picLocks noChangeAspect="1"/>
          </p:cNvPicPr>
          <p:nvPr/>
        </p:nvPicPr>
        <p:blipFill>
          <a:blip r:embed="rId3"/>
          <a:stretch>
            <a:fillRect/>
          </a:stretch>
        </p:blipFill>
        <p:spPr>
          <a:xfrm>
            <a:off x="10688674" y="-165400"/>
            <a:ext cx="1717639" cy="1717639"/>
          </a:xfrm>
          <a:prstGeom prst="rect">
            <a:avLst/>
          </a:prstGeom>
        </p:spPr>
      </p:pic>
      <p:sp>
        <p:nvSpPr>
          <p:cNvPr id="10" name="Title 1">
            <a:extLst>
              <a:ext uri="{FF2B5EF4-FFF2-40B4-BE49-F238E27FC236}">
                <a16:creationId xmlns:a16="http://schemas.microsoft.com/office/drawing/2014/main" id="{19B64B4B-4D37-EBA5-37F2-8A157EFDBFD8}"/>
              </a:ext>
            </a:extLst>
          </p:cNvPr>
          <p:cNvSpPr>
            <a:spLocks noGrp="1"/>
          </p:cNvSpPr>
          <p:nvPr>
            <p:ph type="title"/>
          </p:nvPr>
        </p:nvSpPr>
        <p:spPr>
          <a:xfrm>
            <a:off x="502774" y="557203"/>
            <a:ext cx="6848711" cy="611197"/>
          </a:xfrm>
        </p:spPr>
        <p:txBody>
          <a:bodyPr/>
          <a:lstStyle/>
          <a:p>
            <a:r>
              <a:rPr lang="nl-NL" sz="3200" dirty="0"/>
              <a:t>Agenda</a:t>
            </a:r>
            <a:endParaRPr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774" y="557203"/>
            <a:ext cx="6848711" cy="611197"/>
          </a:xfrm>
        </p:spPr>
        <p:txBody>
          <a:bodyPr/>
          <a:lstStyle/>
          <a:p>
            <a:r>
              <a:rPr sz="3200" dirty="0"/>
              <a:t>Wat is Business Continuity?</a:t>
            </a:r>
          </a:p>
        </p:txBody>
      </p:sp>
      <p:pic>
        <p:nvPicPr>
          <p:cNvPr id="4" name="Picture 3"/>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6926343" y="2856886"/>
            <a:ext cx="4898674" cy="2344820"/>
          </a:xfrm>
          <a:prstGeom prst="rect">
            <a:avLst/>
          </a:prstGeom>
        </p:spPr>
      </p:pic>
      <p:pic>
        <p:nvPicPr>
          <p:cNvPr id="6" name="Afbeelding 5" descr="Afbeelding met symbool, logo, embleem, tekst&#10;&#10;Door AI gegenereerde inhoud is mogelijk onjuist.">
            <a:extLst>
              <a:ext uri="{FF2B5EF4-FFF2-40B4-BE49-F238E27FC236}">
                <a16:creationId xmlns:a16="http://schemas.microsoft.com/office/drawing/2014/main" id="{C765AE1B-A282-A7E3-CB22-5CC568064142}"/>
              </a:ext>
            </a:extLst>
          </p:cNvPr>
          <p:cNvPicPr>
            <a:picLocks noGrp="1" noRot="1" noChangeAspect="1" noMove="1" noResize="1" noEditPoints="1" noAdjustHandles="1" noChangeArrowheads="1" noChangeShapeType="1" noCrop="1"/>
          </p:cNvPicPr>
          <p:nvPr/>
        </p:nvPicPr>
        <p:blipFill>
          <a:blip r:embed="rId5"/>
          <a:stretch>
            <a:fillRect/>
          </a:stretch>
        </p:blipFill>
        <p:spPr>
          <a:xfrm>
            <a:off x="10688674" y="-165400"/>
            <a:ext cx="1717639" cy="1717639"/>
          </a:xfrm>
          <a:prstGeom prst="rect">
            <a:avLst/>
          </a:prstGeom>
        </p:spPr>
      </p:pic>
      <p:sp>
        <p:nvSpPr>
          <p:cNvPr id="9" name="Text Placeholder 2">
            <a:extLst>
              <a:ext uri="{FF2B5EF4-FFF2-40B4-BE49-F238E27FC236}">
                <a16:creationId xmlns:a16="http://schemas.microsoft.com/office/drawing/2014/main" id="{47554A08-0E2F-3C67-4DD1-1EF99B4F41AC}"/>
              </a:ext>
            </a:extLst>
          </p:cNvPr>
          <p:cNvSpPr>
            <a:spLocks noGrp="1"/>
          </p:cNvSpPr>
          <p:nvPr>
            <p:ph type="body" sz="half" idx="1"/>
          </p:nvPr>
        </p:nvSpPr>
        <p:spPr>
          <a:xfrm>
            <a:off x="1088571" y="1338362"/>
            <a:ext cx="6974115" cy="3931922"/>
          </a:xfrm>
          <a:noFill/>
          <a:ln>
            <a:noFill/>
          </a:ln>
        </p:spPr>
        <p:txBody>
          <a:bodyPr/>
          <a:lstStyle/>
          <a:p>
            <a:pPr marL="342900" indent="-342900">
              <a:buClr>
                <a:srgbClr val="F4C757"/>
              </a:buClr>
              <a:buSzPct val="150000"/>
              <a:buFont typeface="Arial" panose="020B0604020202020204" pitchFamily="34" charset="0"/>
              <a:buChar char="•"/>
            </a:pPr>
            <a:r>
              <a:rPr lang="nl-NL" b="1" dirty="0">
                <a:solidFill>
                  <a:schemeClr val="bg1"/>
                </a:solidFill>
              </a:rPr>
              <a:t>Bedrijfsprocessen operationeel houden tijdens incidenten</a:t>
            </a:r>
          </a:p>
          <a:p>
            <a:pPr marL="342900" indent="-342900">
              <a:buClr>
                <a:srgbClr val="F4C757"/>
              </a:buClr>
              <a:buSzPct val="150000"/>
              <a:buFont typeface="Arial" panose="020B0604020202020204" pitchFamily="34" charset="0"/>
              <a:buChar char="•"/>
            </a:pPr>
            <a:r>
              <a:rPr lang="nl-NL" b="1" dirty="0">
                <a:solidFill>
                  <a:schemeClr val="bg1"/>
                </a:solidFill>
              </a:rPr>
              <a:t>Snelle herstelprocedures</a:t>
            </a:r>
          </a:p>
          <a:p>
            <a:pPr marL="342900" indent="-342900">
              <a:buClr>
                <a:srgbClr val="F4C757"/>
              </a:buClr>
              <a:buSzPct val="150000"/>
              <a:buFont typeface="Arial" panose="020B0604020202020204" pitchFamily="34" charset="0"/>
              <a:buChar char="•"/>
            </a:pPr>
            <a:r>
              <a:rPr lang="nl-NL" b="1" dirty="0">
                <a:solidFill>
                  <a:schemeClr val="bg1"/>
                </a:solidFill>
              </a:rPr>
              <a:t>Minimale impact op omzet, reputatie en klantvertrouwen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lose-up van documenten op een bureau"/>
          <p:cNvPicPr>
            <a:picLocks noChangeAspect="1"/>
          </p:cNvPicPr>
          <p:nvPr/>
        </p:nvPicPr>
        <p:blipFill>
          <a:blip r:embed="rId3">
            <a:extLst>
              <a:ext uri="{28A0092B-C50C-407E-A947-70E740481C1C}">
                <a14:useLocalDpi xmlns:a14="http://schemas.microsoft.com/office/drawing/2010/main" val="0"/>
              </a:ext>
            </a:extLst>
          </a:blip>
          <a:srcRect/>
          <a:stretch/>
        </p:blipFill>
        <p:spPr>
          <a:xfrm>
            <a:off x="6407947" y="2372921"/>
            <a:ext cx="5193230" cy="2663535"/>
          </a:xfrm>
          <a:prstGeom prst="rect">
            <a:avLst/>
          </a:prstGeom>
        </p:spPr>
      </p:pic>
      <p:pic>
        <p:nvPicPr>
          <p:cNvPr id="6" name="Afbeelding 5" descr="Afbeelding met symbool, logo, embleem, tekst&#10;&#10;Door AI gegenereerde inhoud is mogelijk onjuist.">
            <a:extLst>
              <a:ext uri="{FF2B5EF4-FFF2-40B4-BE49-F238E27FC236}">
                <a16:creationId xmlns:a16="http://schemas.microsoft.com/office/drawing/2014/main" id="{10DFF511-3AC6-5E34-C42C-7A7C6A58AB08}"/>
              </a:ext>
            </a:extLst>
          </p:cNvPr>
          <p:cNvPicPr>
            <a:picLocks noChangeAspect="1"/>
          </p:cNvPicPr>
          <p:nvPr/>
        </p:nvPicPr>
        <p:blipFill>
          <a:blip r:embed="rId4"/>
          <a:stretch>
            <a:fillRect/>
          </a:stretch>
        </p:blipFill>
        <p:spPr>
          <a:xfrm>
            <a:off x="10688674" y="-165400"/>
            <a:ext cx="1717639" cy="1717639"/>
          </a:xfrm>
          <a:prstGeom prst="rect">
            <a:avLst/>
          </a:prstGeom>
        </p:spPr>
      </p:pic>
      <p:sp>
        <p:nvSpPr>
          <p:cNvPr id="11" name="Title 1">
            <a:extLst>
              <a:ext uri="{FF2B5EF4-FFF2-40B4-BE49-F238E27FC236}">
                <a16:creationId xmlns:a16="http://schemas.microsoft.com/office/drawing/2014/main" id="{191400E6-E832-70AB-8D71-AA2E69299068}"/>
              </a:ext>
            </a:extLst>
          </p:cNvPr>
          <p:cNvSpPr>
            <a:spLocks noGrp="1"/>
          </p:cNvSpPr>
          <p:nvPr>
            <p:ph type="title"/>
          </p:nvPr>
        </p:nvSpPr>
        <p:spPr>
          <a:xfrm>
            <a:off x="502774" y="557203"/>
            <a:ext cx="6848711" cy="611197"/>
          </a:xfrm>
        </p:spPr>
        <p:txBody>
          <a:bodyPr/>
          <a:lstStyle/>
          <a:p>
            <a:r>
              <a:rPr lang="nl-NL" sz="3200" dirty="0"/>
              <a:t>Kroonjuwelen van </a:t>
            </a:r>
            <a:r>
              <a:rPr lang="nl-NL" sz="3200" dirty="0" err="1"/>
              <a:t>GreenTaste</a:t>
            </a:r>
            <a:endParaRPr sz="3200" dirty="0"/>
          </a:p>
        </p:txBody>
      </p:sp>
      <p:sp>
        <p:nvSpPr>
          <p:cNvPr id="12" name="Text Placeholder 2">
            <a:extLst>
              <a:ext uri="{FF2B5EF4-FFF2-40B4-BE49-F238E27FC236}">
                <a16:creationId xmlns:a16="http://schemas.microsoft.com/office/drawing/2014/main" id="{7BDEA1E2-D375-8F41-8700-FB3EC56CFDDB}"/>
              </a:ext>
            </a:extLst>
          </p:cNvPr>
          <p:cNvSpPr>
            <a:spLocks noGrp="1"/>
          </p:cNvSpPr>
          <p:nvPr>
            <p:ph type="body" sz="half" idx="1"/>
          </p:nvPr>
        </p:nvSpPr>
        <p:spPr>
          <a:xfrm>
            <a:off x="1088571" y="1338362"/>
            <a:ext cx="6974115" cy="3931922"/>
          </a:xfrm>
          <a:noFill/>
          <a:ln>
            <a:noFill/>
          </a:ln>
        </p:spPr>
        <p:txBody>
          <a:bodyPr/>
          <a:lstStyle/>
          <a:p>
            <a:pPr marL="342900" indent="-342900">
              <a:buClr>
                <a:srgbClr val="F4C757"/>
              </a:buClr>
              <a:buSzPct val="150000"/>
              <a:buFont typeface="Arial" panose="020B0604020202020204" pitchFamily="34" charset="0"/>
              <a:buChar char="•"/>
            </a:pPr>
            <a:r>
              <a:rPr lang="nl-NL" b="1" dirty="0">
                <a:solidFill>
                  <a:schemeClr val="bg1"/>
                </a:solidFill>
              </a:rPr>
              <a:t>Klant- en betaalgegevens</a:t>
            </a:r>
          </a:p>
          <a:p>
            <a:pPr marL="342900" indent="-342900">
              <a:buClr>
                <a:srgbClr val="F4C757"/>
              </a:buClr>
              <a:buSzPct val="150000"/>
              <a:buFont typeface="Arial" panose="020B0604020202020204" pitchFamily="34" charset="0"/>
              <a:buChar char="•"/>
            </a:pPr>
            <a:r>
              <a:rPr lang="nl-NL" b="1" dirty="0">
                <a:solidFill>
                  <a:schemeClr val="bg1"/>
                </a:solidFill>
              </a:rPr>
              <a:t>Online platform en webshop</a:t>
            </a:r>
          </a:p>
          <a:p>
            <a:pPr marL="342900" indent="-342900">
              <a:buClr>
                <a:srgbClr val="F4C757"/>
              </a:buClr>
              <a:buSzPct val="150000"/>
              <a:buFont typeface="Arial" panose="020B0604020202020204" pitchFamily="34" charset="0"/>
              <a:buChar char="•"/>
            </a:pPr>
            <a:r>
              <a:rPr lang="nl-NL" b="1" dirty="0">
                <a:solidFill>
                  <a:schemeClr val="bg1"/>
                </a:solidFill>
              </a:rPr>
              <a:t>Geautomatiseerd productiesysteem</a:t>
            </a:r>
          </a:p>
          <a:p>
            <a:pPr marL="342900" indent="-342900">
              <a:buClr>
                <a:srgbClr val="F4C757"/>
              </a:buClr>
              <a:buSzPct val="150000"/>
              <a:buFont typeface="Arial" panose="020B0604020202020204" pitchFamily="34" charset="0"/>
              <a:buChar char="•"/>
            </a:pPr>
            <a:r>
              <a:rPr lang="nl-NL" b="1" dirty="0">
                <a:solidFill>
                  <a:schemeClr val="bg1"/>
                </a:solidFill>
              </a:rPr>
              <a:t>Voorraadbeheersysteem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3"/>
          <a:stretch>
            <a:fillRect/>
          </a:stretch>
        </p:blipFill>
        <p:spPr>
          <a:xfrm>
            <a:off x="7815833" y="1911095"/>
            <a:ext cx="3438144" cy="2292096"/>
          </a:xfrm>
          <a:prstGeom prst="rect">
            <a:avLst/>
          </a:prstGeom>
        </p:spPr>
      </p:pic>
      <p:pic>
        <p:nvPicPr>
          <p:cNvPr id="6" name="Afbeelding 5" descr="Afbeelding met symbool, logo, embleem, tekst&#10;&#10;Door AI gegenereerde inhoud is mogelijk onjuist.">
            <a:extLst>
              <a:ext uri="{FF2B5EF4-FFF2-40B4-BE49-F238E27FC236}">
                <a16:creationId xmlns:a16="http://schemas.microsoft.com/office/drawing/2014/main" id="{AF37E0D3-3F51-1A3C-E1C8-B733DC6199A2}"/>
              </a:ext>
            </a:extLst>
          </p:cNvPr>
          <p:cNvPicPr>
            <a:picLocks noChangeAspect="1"/>
          </p:cNvPicPr>
          <p:nvPr/>
        </p:nvPicPr>
        <p:blipFill>
          <a:blip r:embed="rId4"/>
          <a:stretch>
            <a:fillRect/>
          </a:stretch>
        </p:blipFill>
        <p:spPr>
          <a:xfrm>
            <a:off x="10688674" y="-165400"/>
            <a:ext cx="1717639" cy="1717639"/>
          </a:xfrm>
          <a:prstGeom prst="rect">
            <a:avLst/>
          </a:prstGeom>
        </p:spPr>
      </p:pic>
      <p:sp>
        <p:nvSpPr>
          <p:cNvPr id="11" name="Title 1">
            <a:extLst>
              <a:ext uri="{FF2B5EF4-FFF2-40B4-BE49-F238E27FC236}">
                <a16:creationId xmlns:a16="http://schemas.microsoft.com/office/drawing/2014/main" id="{E81E9A55-1C8F-A096-146A-C665887C0E2C}"/>
              </a:ext>
            </a:extLst>
          </p:cNvPr>
          <p:cNvSpPr>
            <a:spLocks noGrp="1"/>
          </p:cNvSpPr>
          <p:nvPr>
            <p:ph type="title"/>
          </p:nvPr>
        </p:nvSpPr>
        <p:spPr>
          <a:xfrm>
            <a:off x="502774" y="557203"/>
            <a:ext cx="6848711" cy="611197"/>
          </a:xfrm>
        </p:spPr>
        <p:txBody>
          <a:bodyPr/>
          <a:lstStyle/>
          <a:p>
            <a:r>
              <a:rPr lang="nl-NL" sz="3200" dirty="0"/>
              <a:t>Kritieke </a:t>
            </a:r>
            <a:r>
              <a:rPr lang="nl-NL" sz="3200" dirty="0" err="1"/>
              <a:t>bedrijfprocessen</a:t>
            </a:r>
            <a:endParaRPr sz="3200" dirty="0"/>
          </a:p>
        </p:txBody>
      </p:sp>
      <p:sp>
        <p:nvSpPr>
          <p:cNvPr id="12" name="Text Placeholder 2">
            <a:extLst>
              <a:ext uri="{FF2B5EF4-FFF2-40B4-BE49-F238E27FC236}">
                <a16:creationId xmlns:a16="http://schemas.microsoft.com/office/drawing/2014/main" id="{69835DCE-F3DF-2662-2D74-99C5594F6CC2}"/>
              </a:ext>
            </a:extLst>
          </p:cNvPr>
          <p:cNvSpPr>
            <a:spLocks noGrp="1"/>
          </p:cNvSpPr>
          <p:nvPr>
            <p:ph type="body" sz="half" idx="1"/>
          </p:nvPr>
        </p:nvSpPr>
        <p:spPr>
          <a:xfrm>
            <a:off x="1088571" y="1338362"/>
            <a:ext cx="6974115" cy="3931922"/>
          </a:xfrm>
          <a:noFill/>
          <a:ln>
            <a:noFill/>
          </a:ln>
        </p:spPr>
        <p:txBody>
          <a:bodyPr/>
          <a:lstStyle/>
          <a:p>
            <a:pPr marL="342900" indent="-342900">
              <a:buClr>
                <a:srgbClr val="F4C757"/>
              </a:buClr>
              <a:buSzPct val="150000"/>
              <a:buFont typeface="Arial" panose="020B0604020202020204" pitchFamily="34" charset="0"/>
              <a:buChar char="•"/>
            </a:pPr>
            <a:r>
              <a:rPr lang="nl-NL" b="1" dirty="0">
                <a:solidFill>
                  <a:schemeClr val="bg1"/>
                </a:solidFill>
              </a:rPr>
              <a:t>Bestellingen en betalingen verwerken</a:t>
            </a:r>
          </a:p>
          <a:p>
            <a:pPr marL="342900" indent="-342900">
              <a:buClr>
                <a:srgbClr val="F4C757"/>
              </a:buClr>
              <a:buSzPct val="150000"/>
              <a:buFont typeface="Arial" panose="020B0604020202020204" pitchFamily="34" charset="0"/>
              <a:buChar char="•"/>
            </a:pPr>
            <a:r>
              <a:rPr lang="nl-NL" b="1" dirty="0">
                <a:solidFill>
                  <a:schemeClr val="bg1"/>
                </a:solidFill>
              </a:rPr>
              <a:t>Productie van maaltijden</a:t>
            </a:r>
          </a:p>
          <a:p>
            <a:pPr marL="342900" indent="-342900">
              <a:buClr>
                <a:srgbClr val="F4C757"/>
              </a:buClr>
              <a:buSzPct val="150000"/>
              <a:buFont typeface="Arial" panose="020B0604020202020204" pitchFamily="34" charset="0"/>
              <a:buChar char="•"/>
            </a:pPr>
            <a:r>
              <a:rPr lang="nl-NL" b="1" dirty="0">
                <a:solidFill>
                  <a:schemeClr val="bg1"/>
                </a:solidFill>
              </a:rPr>
              <a:t>Voorraadbeheer</a:t>
            </a:r>
          </a:p>
          <a:p>
            <a:pPr marL="342900" indent="-342900">
              <a:buClr>
                <a:srgbClr val="F4C757"/>
              </a:buClr>
              <a:buSzPct val="150000"/>
              <a:buFont typeface="Arial" panose="020B0604020202020204" pitchFamily="34" charset="0"/>
              <a:buChar char="•"/>
            </a:pPr>
            <a:r>
              <a:rPr lang="nl-NL" b="1" dirty="0">
                <a:solidFill>
                  <a:schemeClr val="bg1"/>
                </a:solidFill>
              </a:rPr>
              <a:t>Logistiek en distributie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3"/>
          <a:stretch>
            <a:fillRect/>
          </a:stretch>
        </p:blipFill>
        <p:spPr>
          <a:xfrm>
            <a:off x="8374633" y="2462638"/>
            <a:ext cx="3438144" cy="2292096"/>
          </a:xfrm>
          <a:prstGeom prst="rect">
            <a:avLst/>
          </a:prstGeom>
        </p:spPr>
      </p:pic>
      <p:pic>
        <p:nvPicPr>
          <p:cNvPr id="6" name="Afbeelding 5" descr="Afbeelding met symbool, logo, embleem, tekst&#10;&#10;Door AI gegenereerde inhoud is mogelijk onjuist.">
            <a:extLst>
              <a:ext uri="{FF2B5EF4-FFF2-40B4-BE49-F238E27FC236}">
                <a16:creationId xmlns:a16="http://schemas.microsoft.com/office/drawing/2014/main" id="{F45CDAD0-778A-785E-583B-14C91DC2A6A1}"/>
              </a:ext>
            </a:extLst>
          </p:cNvPr>
          <p:cNvPicPr>
            <a:picLocks noChangeAspect="1"/>
          </p:cNvPicPr>
          <p:nvPr/>
        </p:nvPicPr>
        <p:blipFill>
          <a:blip r:embed="rId4"/>
          <a:stretch>
            <a:fillRect/>
          </a:stretch>
        </p:blipFill>
        <p:spPr>
          <a:xfrm>
            <a:off x="10688674" y="-165400"/>
            <a:ext cx="1717639" cy="1717639"/>
          </a:xfrm>
          <a:prstGeom prst="rect">
            <a:avLst/>
          </a:prstGeom>
        </p:spPr>
      </p:pic>
      <p:sp>
        <p:nvSpPr>
          <p:cNvPr id="11" name="Title 1">
            <a:extLst>
              <a:ext uri="{FF2B5EF4-FFF2-40B4-BE49-F238E27FC236}">
                <a16:creationId xmlns:a16="http://schemas.microsoft.com/office/drawing/2014/main" id="{B2EC2A39-DA67-932D-9F32-C83BA854E4B8}"/>
              </a:ext>
            </a:extLst>
          </p:cNvPr>
          <p:cNvSpPr>
            <a:spLocks noGrp="1"/>
          </p:cNvSpPr>
          <p:nvPr>
            <p:ph type="title"/>
          </p:nvPr>
        </p:nvSpPr>
        <p:spPr>
          <a:xfrm>
            <a:off x="502774" y="557203"/>
            <a:ext cx="6848711" cy="611197"/>
          </a:xfrm>
        </p:spPr>
        <p:txBody>
          <a:bodyPr/>
          <a:lstStyle/>
          <a:p>
            <a:r>
              <a:rPr lang="nl-NL" sz="3200" dirty="0"/>
              <a:t>Risicoanalyse</a:t>
            </a:r>
            <a:endParaRPr sz="3200" dirty="0"/>
          </a:p>
        </p:txBody>
      </p:sp>
      <p:sp>
        <p:nvSpPr>
          <p:cNvPr id="12" name="Text Placeholder 2">
            <a:extLst>
              <a:ext uri="{FF2B5EF4-FFF2-40B4-BE49-F238E27FC236}">
                <a16:creationId xmlns:a16="http://schemas.microsoft.com/office/drawing/2014/main" id="{464B2720-C459-044C-4AE7-7CB984572755}"/>
              </a:ext>
            </a:extLst>
          </p:cNvPr>
          <p:cNvSpPr>
            <a:spLocks noGrp="1"/>
          </p:cNvSpPr>
          <p:nvPr>
            <p:ph type="body" sz="half" idx="1"/>
          </p:nvPr>
        </p:nvSpPr>
        <p:spPr>
          <a:xfrm>
            <a:off x="1088571" y="1338362"/>
            <a:ext cx="6974115" cy="3931922"/>
          </a:xfrm>
          <a:noFill/>
          <a:ln>
            <a:noFill/>
          </a:ln>
        </p:spPr>
        <p:txBody>
          <a:bodyPr/>
          <a:lstStyle/>
          <a:p>
            <a:pPr marL="342900" indent="-342900">
              <a:buClr>
                <a:srgbClr val="F4C757"/>
              </a:buClr>
              <a:buSzPct val="150000"/>
              <a:buFont typeface="Arial" panose="020B0604020202020204" pitchFamily="34" charset="0"/>
              <a:buChar char="•"/>
            </a:pPr>
            <a:r>
              <a:rPr lang="nl-NL" b="1" dirty="0">
                <a:solidFill>
                  <a:schemeClr val="bg1"/>
                </a:solidFill>
              </a:rPr>
              <a:t>Ransomware – systemen worden versleuteld</a:t>
            </a:r>
          </a:p>
          <a:p>
            <a:pPr marL="342900" indent="-342900">
              <a:buClr>
                <a:srgbClr val="F4C757"/>
              </a:buClr>
              <a:buSzPct val="150000"/>
              <a:buFont typeface="Arial" panose="020B0604020202020204" pitchFamily="34" charset="0"/>
              <a:buChar char="•"/>
            </a:pPr>
            <a:r>
              <a:rPr lang="nl-NL" b="1" dirty="0" err="1">
                <a:solidFill>
                  <a:schemeClr val="bg1"/>
                </a:solidFill>
              </a:rPr>
              <a:t>Datalek</a:t>
            </a:r>
            <a:r>
              <a:rPr lang="nl-NL" b="1" dirty="0">
                <a:solidFill>
                  <a:schemeClr val="bg1"/>
                </a:solidFill>
              </a:rPr>
              <a:t> – verlies van klantgegevens en </a:t>
            </a:r>
            <a:r>
              <a:rPr lang="nl-NL" b="1" dirty="0" err="1">
                <a:solidFill>
                  <a:schemeClr val="bg1"/>
                </a:solidFill>
              </a:rPr>
              <a:t>privacyrisico’s</a:t>
            </a:r>
            <a:endParaRPr lang="nl-NL" b="1" dirty="0">
              <a:solidFill>
                <a:schemeClr val="bg1"/>
              </a:solidFill>
            </a:endParaRPr>
          </a:p>
          <a:p>
            <a:pPr marL="342900" indent="-342900">
              <a:buClr>
                <a:srgbClr val="F4C757"/>
              </a:buClr>
              <a:buSzPct val="150000"/>
              <a:buFont typeface="Arial" panose="020B0604020202020204" pitchFamily="34" charset="0"/>
              <a:buChar char="•"/>
            </a:pPr>
            <a:r>
              <a:rPr lang="nl-NL" b="1" dirty="0">
                <a:solidFill>
                  <a:schemeClr val="bg1"/>
                </a:solidFill>
              </a:rPr>
              <a:t>DDoS-aanval – webshop tijdelijk onbereikbaar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3"/>
          <a:stretch>
            <a:fillRect/>
          </a:stretch>
        </p:blipFill>
        <p:spPr>
          <a:xfrm>
            <a:off x="8338348" y="3246409"/>
            <a:ext cx="3438144" cy="2292096"/>
          </a:xfrm>
          <a:prstGeom prst="rect">
            <a:avLst/>
          </a:prstGeom>
        </p:spPr>
      </p:pic>
      <p:pic>
        <p:nvPicPr>
          <p:cNvPr id="6" name="Afbeelding 5" descr="Afbeelding met symbool, logo, embleem, tekst&#10;&#10;Door AI gegenereerde inhoud is mogelijk onjuist.">
            <a:extLst>
              <a:ext uri="{FF2B5EF4-FFF2-40B4-BE49-F238E27FC236}">
                <a16:creationId xmlns:a16="http://schemas.microsoft.com/office/drawing/2014/main" id="{6C802D81-0AAF-D629-23AC-4AE32500A33F}"/>
              </a:ext>
            </a:extLst>
          </p:cNvPr>
          <p:cNvPicPr>
            <a:picLocks noChangeAspect="1"/>
          </p:cNvPicPr>
          <p:nvPr/>
        </p:nvPicPr>
        <p:blipFill>
          <a:blip r:embed="rId4"/>
          <a:stretch>
            <a:fillRect/>
          </a:stretch>
        </p:blipFill>
        <p:spPr>
          <a:xfrm>
            <a:off x="10688674" y="-165400"/>
            <a:ext cx="1717639" cy="1717639"/>
          </a:xfrm>
          <a:prstGeom prst="rect">
            <a:avLst/>
          </a:prstGeom>
        </p:spPr>
      </p:pic>
      <p:sp>
        <p:nvSpPr>
          <p:cNvPr id="11" name="Title 1">
            <a:extLst>
              <a:ext uri="{FF2B5EF4-FFF2-40B4-BE49-F238E27FC236}">
                <a16:creationId xmlns:a16="http://schemas.microsoft.com/office/drawing/2014/main" id="{35A87772-E4E1-C7CA-A79E-97E9CD144140}"/>
              </a:ext>
            </a:extLst>
          </p:cNvPr>
          <p:cNvSpPr>
            <a:spLocks noGrp="1"/>
          </p:cNvSpPr>
          <p:nvPr>
            <p:ph type="title"/>
          </p:nvPr>
        </p:nvSpPr>
        <p:spPr>
          <a:xfrm>
            <a:off x="502774" y="557203"/>
            <a:ext cx="6848711" cy="611197"/>
          </a:xfrm>
        </p:spPr>
        <p:txBody>
          <a:bodyPr/>
          <a:lstStyle/>
          <a:p>
            <a:r>
              <a:rPr lang="nl-NL" sz="3200" dirty="0"/>
              <a:t>Business Impact Analysis</a:t>
            </a:r>
            <a:endParaRPr sz="3200" dirty="0"/>
          </a:p>
        </p:txBody>
      </p:sp>
      <p:sp>
        <p:nvSpPr>
          <p:cNvPr id="12" name="Text Placeholder 2">
            <a:extLst>
              <a:ext uri="{FF2B5EF4-FFF2-40B4-BE49-F238E27FC236}">
                <a16:creationId xmlns:a16="http://schemas.microsoft.com/office/drawing/2014/main" id="{1E0A68C6-EB2A-CEDD-0088-9D447792FFDB}"/>
              </a:ext>
            </a:extLst>
          </p:cNvPr>
          <p:cNvSpPr>
            <a:spLocks noGrp="1"/>
          </p:cNvSpPr>
          <p:nvPr>
            <p:ph type="body" sz="half" idx="1"/>
          </p:nvPr>
        </p:nvSpPr>
        <p:spPr>
          <a:xfrm>
            <a:off x="1088571" y="1338362"/>
            <a:ext cx="6974115" cy="3931922"/>
          </a:xfrm>
          <a:noFill/>
          <a:ln>
            <a:noFill/>
          </a:ln>
        </p:spPr>
        <p:txBody>
          <a:bodyPr/>
          <a:lstStyle/>
          <a:p>
            <a:pPr marL="342900" indent="-342900">
              <a:buClr>
                <a:srgbClr val="F4C757"/>
              </a:buClr>
              <a:buSzPct val="150000"/>
              <a:buFont typeface="Arial" panose="020B0604020202020204" pitchFamily="34" charset="0"/>
              <a:buChar char="•"/>
            </a:pPr>
            <a:r>
              <a:rPr lang="nl-NL" b="1" dirty="0">
                <a:solidFill>
                  <a:schemeClr val="bg1"/>
                </a:solidFill>
              </a:rPr>
              <a:t>Webshop offline → klanten kunnen geen bestellingen plaatsen</a:t>
            </a:r>
          </a:p>
          <a:p>
            <a:pPr marL="342900" indent="-342900">
              <a:buClr>
                <a:srgbClr val="F4C757"/>
              </a:buClr>
              <a:buSzPct val="150000"/>
              <a:buFont typeface="Arial" panose="020B0604020202020204" pitchFamily="34" charset="0"/>
              <a:buChar char="•"/>
            </a:pPr>
            <a:r>
              <a:rPr lang="nl-NL" b="1" dirty="0">
                <a:solidFill>
                  <a:schemeClr val="bg1"/>
                </a:solidFill>
              </a:rPr>
              <a:t>Betalingssysteem storing → direct omzetverlies</a:t>
            </a:r>
          </a:p>
          <a:p>
            <a:pPr marL="342900" indent="-342900">
              <a:buClr>
                <a:srgbClr val="F4C757"/>
              </a:buClr>
              <a:buSzPct val="150000"/>
              <a:buFont typeface="Arial" panose="020B0604020202020204" pitchFamily="34" charset="0"/>
              <a:buChar char="•"/>
            </a:pPr>
            <a:r>
              <a:rPr lang="nl-NL" b="1" dirty="0">
                <a:solidFill>
                  <a:schemeClr val="bg1"/>
                </a:solidFill>
              </a:rPr>
              <a:t>Productie-uitval → leveringen vertragen of stoppen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3"/>
          <a:stretch>
            <a:fillRect/>
          </a:stretch>
        </p:blipFill>
        <p:spPr>
          <a:xfrm>
            <a:off x="7815833" y="1911095"/>
            <a:ext cx="3438144" cy="2292096"/>
          </a:xfrm>
          <a:prstGeom prst="rect">
            <a:avLst/>
          </a:prstGeom>
        </p:spPr>
      </p:pic>
      <p:pic>
        <p:nvPicPr>
          <p:cNvPr id="6" name="Afbeelding 5" descr="Afbeelding met symbool, logo, embleem, tekst&#10;&#10;Door AI gegenereerde inhoud is mogelijk onjuist.">
            <a:extLst>
              <a:ext uri="{FF2B5EF4-FFF2-40B4-BE49-F238E27FC236}">
                <a16:creationId xmlns:a16="http://schemas.microsoft.com/office/drawing/2014/main" id="{24D116F9-DD7A-010C-3D16-9C49D9E27818}"/>
              </a:ext>
            </a:extLst>
          </p:cNvPr>
          <p:cNvPicPr>
            <a:picLocks noChangeAspect="1"/>
          </p:cNvPicPr>
          <p:nvPr/>
        </p:nvPicPr>
        <p:blipFill>
          <a:blip r:embed="rId4"/>
          <a:stretch>
            <a:fillRect/>
          </a:stretch>
        </p:blipFill>
        <p:spPr>
          <a:xfrm>
            <a:off x="10688674" y="-165400"/>
            <a:ext cx="1717639" cy="1717639"/>
          </a:xfrm>
          <a:prstGeom prst="rect">
            <a:avLst/>
          </a:prstGeom>
        </p:spPr>
      </p:pic>
      <p:sp>
        <p:nvSpPr>
          <p:cNvPr id="11" name="Title 1">
            <a:extLst>
              <a:ext uri="{FF2B5EF4-FFF2-40B4-BE49-F238E27FC236}">
                <a16:creationId xmlns:a16="http://schemas.microsoft.com/office/drawing/2014/main" id="{29A94A2B-2020-33A8-016E-0E6A3D59235E}"/>
              </a:ext>
            </a:extLst>
          </p:cNvPr>
          <p:cNvSpPr>
            <a:spLocks noGrp="1"/>
          </p:cNvSpPr>
          <p:nvPr>
            <p:ph type="title"/>
          </p:nvPr>
        </p:nvSpPr>
        <p:spPr>
          <a:xfrm>
            <a:off x="502774" y="557203"/>
            <a:ext cx="6848711" cy="611197"/>
          </a:xfrm>
        </p:spPr>
        <p:txBody>
          <a:bodyPr/>
          <a:lstStyle/>
          <a:p>
            <a:r>
              <a:rPr lang="nl-NL" sz="3200" dirty="0"/>
              <a:t>Maatregelen en Crisisrespons</a:t>
            </a:r>
            <a:endParaRPr sz="3200" dirty="0"/>
          </a:p>
        </p:txBody>
      </p:sp>
      <p:sp>
        <p:nvSpPr>
          <p:cNvPr id="12" name="Text Placeholder 2">
            <a:extLst>
              <a:ext uri="{FF2B5EF4-FFF2-40B4-BE49-F238E27FC236}">
                <a16:creationId xmlns:a16="http://schemas.microsoft.com/office/drawing/2014/main" id="{AF754BB0-F42C-5B22-F398-617DDD8F010A}"/>
              </a:ext>
            </a:extLst>
          </p:cNvPr>
          <p:cNvSpPr>
            <a:spLocks noGrp="1"/>
          </p:cNvSpPr>
          <p:nvPr>
            <p:ph type="body" sz="half" idx="1"/>
          </p:nvPr>
        </p:nvSpPr>
        <p:spPr>
          <a:xfrm>
            <a:off x="1088571" y="1338362"/>
            <a:ext cx="6974115" cy="3931922"/>
          </a:xfrm>
          <a:noFill/>
          <a:ln>
            <a:noFill/>
          </a:ln>
        </p:spPr>
        <p:txBody>
          <a:bodyPr/>
          <a:lstStyle/>
          <a:p>
            <a:pPr marL="342900" indent="-342900">
              <a:buClr>
                <a:srgbClr val="F4C757"/>
              </a:buClr>
              <a:buSzPct val="150000"/>
              <a:buFont typeface="Arial" panose="020B0604020202020204" pitchFamily="34" charset="0"/>
              <a:buChar char="•"/>
            </a:pPr>
            <a:r>
              <a:rPr lang="nl-NL" b="1" dirty="0">
                <a:solidFill>
                  <a:schemeClr val="bg1"/>
                </a:solidFill>
              </a:rPr>
              <a:t>Back-ups, MFA en software-updates</a:t>
            </a:r>
          </a:p>
          <a:p>
            <a:pPr marL="342900" indent="-342900">
              <a:buClr>
                <a:srgbClr val="F4C757"/>
              </a:buClr>
              <a:buSzPct val="150000"/>
              <a:buFont typeface="Arial" panose="020B0604020202020204" pitchFamily="34" charset="0"/>
              <a:buChar char="•"/>
            </a:pPr>
            <a:r>
              <a:rPr lang="nl-NL" b="1" dirty="0">
                <a:solidFill>
                  <a:schemeClr val="bg1"/>
                </a:solidFill>
              </a:rPr>
              <a:t>Redundante servers en </a:t>
            </a:r>
            <a:r>
              <a:rPr lang="nl-NL" b="1" dirty="0" err="1">
                <a:solidFill>
                  <a:schemeClr val="bg1"/>
                </a:solidFill>
              </a:rPr>
              <a:t>cloudherstel</a:t>
            </a:r>
            <a:endParaRPr lang="nl-NL" b="1" dirty="0">
              <a:solidFill>
                <a:schemeClr val="bg1"/>
              </a:solidFill>
            </a:endParaRPr>
          </a:p>
          <a:p>
            <a:pPr marL="342900" indent="-342900">
              <a:buClr>
                <a:srgbClr val="F4C757"/>
              </a:buClr>
              <a:buSzPct val="150000"/>
              <a:buFont typeface="Arial" panose="020B0604020202020204" pitchFamily="34" charset="0"/>
              <a:buChar char="•"/>
            </a:pPr>
            <a:r>
              <a:rPr lang="nl-NL" b="1" dirty="0">
                <a:solidFill>
                  <a:schemeClr val="bg1"/>
                </a:solidFill>
              </a:rPr>
              <a:t>Incident response-stappenplan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3"/>
          <a:stretch>
            <a:fillRect/>
          </a:stretch>
        </p:blipFill>
        <p:spPr>
          <a:xfrm>
            <a:off x="7815833" y="1911095"/>
            <a:ext cx="3438144" cy="2295144"/>
          </a:xfrm>
          <a:prstGeom prst="rect">
            <a:avLst/>
          </a:prstGeom>
        </p:spPr>
      </p:pic>
      <p:pic>
        <p:nvPicPr>
          <p:cNvPr id="6" name="Afbeelding 5" descr="Afbeelding met symbool, logo, embleem, tekst&#10;&#10;Door AI gegenereerde inhoud is mogelijk onjuist.">
            <a:extLst>
              <a:ext uri="{FF2B5EF4-FFF2-40B4-BE49-F238E27FC236}">
                <a16:creationId xmlns:a16="http://schemas.microsoft.com/office/drawing/2014/main" id="{8A259209-ED0E-6932-3AA3-8CA88AB12CE3}"/>
              </a:ext>
            </a:extLst>
          </p:cNvPr>
          <p:cNvPicPr>
            <a:picLocks noChangeAspect="1"/>
          </p:cNvPicPr>
          <p:nvPr/>
        </p:nvPicPr>
        <p:blipFill>
          <a:blip r:embed="rId4"/>
          <a:stretch>
            <a:fillRect/>
          </a:stretch>
        </p:blipFill>
        <p:spPr>
          <a:xfrm>
            <a:off x="10688674" y="-165400"/>
            <a:ext cx="1717639" cy="1717639"/>
          </a:xfrm>
          <a:prstGeom prst="rect">
            <a:avLst/>
          </a:prstGeom>
        </p:spPr>
      </p:pic>
      <p:sp>
        <p:nvSpPr>
          <p:cNvPr id="11" name="Title 1">
            <a:extLst>
              <a:ext uri="{FF2B5EF4-FFF2-40B4-BE49-F238E27FC236}">
                <a16:creationId xmlns:a16="http://schemas.microsoft.com/office/drawing/2014/main" id="{327C1F07-97B4-BA20-DA03-CC0965BD4B7C}"/>
              </a:ext>
            </a:extLst>
          </p:cNvPr>
          <p:cNvSpPr>
            <a:spLocks noGrp="1"/>
          </p:cNvSpPr>
          <p:nvPr>
            <p:ph type="title"/>
          </p:nvPr>
        </p:nvSpPr>
        <p:spPr>
          <a:xfrm>
            <a:off x="502774" y="557203"/>
            <a:ext cx="6848711" cy="611197"/>
          </a:xfrm>
        </p:spPr>
        <p:txBody>
          <a:bodyPr/>
          <a:lstStyle/>
          <a:p>
            <a:r>
              <a:rPr lang="nl-NL" sz="3200" dirty="0"/>
              <a:t>Conclusie</a:t>
            </a:r>
            <a:endParaRPr sz="3200" dirty="0"/>
          </a:p>
        </p:txBody>
      </p:sp>
      <p:sp>
        <p:nvSpPr>
          <p:cNvPr id="12" name="Text Placeholder 2">
            <a:extLst>
              <a:ext uri="{FF2B5EF4-FFF2-40B4-BE49-F238E27FC236}">
                <a16:creationId xmlns:a16="http://schemas.microsoft.com/office/drawing/2014/main" id="{2F7CCA06-AC82-1586-D876-18DF3D3E9FA6}"/>
              </a:ext>
            </a:extLst>
          </p:cNvPr>
          <p:cNvSpPr>
            <a:spLocks noGrp="1"/>
          </p:cNvSpPr>
          <p:nvPr>
            <p:ph type="body" sz="half" idx="1"/>
          </p:nvPr>
        </p:nvSpPr>
        <p:spPr>
          <a:xfrm>
            <a:off x="1088571" y="1338362"/>
            <a:ext cx="6974115" cy="3931922"/>
          </a:xfrm>
          <a:noFill/>
          <a:ln>
            <a:noFill/>
          </a:ln>
        </p:spPr>
        <p:txBody>
          <a:bodyPr/>
          <a:lstStyle/>
          <a:p>
            <a:pPr marL="342900" indent="-342900">
              <a:buClr>
                <a:srgbClr val="F4C757"/>
              </a:buClr>
              <a:buSzPct val="150000"/>
              <a:buFont typeface="Arial" panose="020B0604020202020204" pitchFamily="34" charset="0"/>
              <a:buChar char="•"/>
            </a:pPr>
            <a:r>
              <a:rPr lang="nl-NL" b="1" dirty="0">
                <a:solidFill>
                  <a:schemeClr val="bg1"/>
                </a:solidFill>
              </a:rPr>
              <a:t>Webshop, klantgegevens en productie zijn kritieke onderdelen</a:t>
            </a:r>
          </a:p>
          <a:p>
            <a:pPr marL="342900" indent="-342900">
              <a:buClr>
                <a:srgbClr val="F4C757"/>
              </a:buClr>
              <a:buSzPct val="150000"/>
              <a:buFont typeface="Arial" panose="020B0604020202020204" pitchFamily="34" charset="0"/>
              <a:buChar char="•"/>
            </a:pPr>
            <a:r>
              <a:rPr lang="nl-NL" b="1" dirty="0">
                <a:solidFill>
                  <a:schemeClr val="bg1"/>
                </a:solidFill>
              </a:rPr>
              <a:t>Belangrijkste risico’s: ransomware, datalekken en systeemuitval</a:t>
            </a:r>
          </a:p>
          <a:p>
            <a:pPr marL="342900" indent="-342900">
              <a:buClr>
                <a:srgbClr val="F4C757"/>
              </a:buClr>
              <a:buSzPct val="150000"/>
              <a:buFont typeface="Arial" panose="020B0604020202020204" pitchFamily="34" charset="0"/>
              <a:buChar char="•"/>
            </a:pPr>
            <a:r>
              <a:rPr lang="nl-NL" b="1" dirty="0">
                <a:solidFill>
                  <a:schemeClr val="bg1"/>
                </a:solidFill>
              </a:rPr>
              <a:t>Een goed BCP beperkt impact en versnelt herstel</a:t>
            </a:r>
          </a:p>
        </p:txBody>
      </p:sp>
    </p:spTree>
  </p:cSld>
  <p:clrMapOvr>
    <a:masterClrMapping/>
  </p:clrMapOvr>
</p:sld>
</file>

<file path=ppt/theme/theme1.xml><?xml version="1.0" encoding="utf-8"?>
<a:theme xmlns:a="http://schemas.openxmlformats.org/drawingml/2006/main" name="Galerie">
  <a:themeElements>
    <a:clrScheme name="Galerie">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ie">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ie">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ShapesVTI">
  <a:themeElements>
    <a:clrScheme name="ShapesVTI">
      <a:dk1>
        <a:srgbClr val="000000"/>
      </a:dk1>
      <a:lt1>
        <a:srgbClr val="FFFFFF"/>
      </a:lt1>
      <a:dk2>
        <a:srgbClr val="A7A7A7"/>
      </a:dk2>
      <a:lt2>
        <a:srgbClr val="535353"/>
      </a:lt2>
      <a:accent1>
        <a:srgbClr val="EE7661"/>
      </a:accent1>
      <a:accent2>
        <a:srgbClr val="4E91F0"/>
      </a:accent2>
      <a:accent3>
        <a:srgbClr val="5B5260"/>
      </a:accent3>
      <a:accent4>
        <a:srgbClr val="2CC3B4"/>
      </a:accent4>
      <a:accent5>
        <a:srgbClr val="C097F8"/>
      </a:accent5>
      <a:accent6>
        <a:srgbClr val="FF9514"/>
      </a:accent6>
      <a:hlink>
        <a:srgbClr val="0000FF"/>
      </a:hlink>
      <a:folHlink>
        <a:srgbClr val="FF00FF"/>
      </a:folHlink>
    </a:clrScheme>
    <a:fontScheme name="ShapesVTI">
      <a:majorFont>
        <a:latin typeface="Helvetica"/>
        <a:ea typeface="Helvetica"/>
        <a:cs typeface="Helvetica"/>
      </a:majorFont>
      <a:minorFont>
        <a:latin typeface="Calibri"/>
        <a:ea typeface="Calibri"/>
        <a:cs typeface="Calibri"/>
      </a:minorFont>
    </a:fontScheme>
    <a:fmtScheme name="ShapesVT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84AD865079C64FB2A1609C0E278A07" ma:contentTypeVersion="8" ma:contentTypeDescription="Een nieuw document maken." ma:contentTypeScope="" ma:versionID="007c038766a1c56a306316f999624245">
  <xsd:schema xmlns:xsd="http://www.w3.org/2001/XMLSchema" xmlns:xs="http://www.w3.org/2001/XMLSchema" xmlns:p="http://schemas.microsoft.com/office/2006/metadata/properties" xmlns:ns2="81db8cb5-9360-48f0-9784-c515b20ec4ce" targetNamespace="http://schemas.microsoft.com/office/2006/metadata/properties" ma:root="true" ma:fieldsID="505556352b862a5ce3d16ad6cdefa105" ns2:_="">
    <xsd:import namespace="81db8cb5-9360-48f0-9784-c515b20ec4c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b8cb5-9360-48f0-9784-c515b20ec4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52FB8E-6925-4333-9DBD-88E86A6525A4}">
  <ds:schemaRefs>
    <ds:schemaRef ds:uri="http://schemas.microsoft.com/sharepoint/v3/contenttype/forms"/>
  </ds:schemaRefs>
</ds:datastoreItem>
</file>

<file path=customXml/itemProps2.xml><?xml version="1.0" encoding="utf-8"?>
<ds:datastoreItem xmlns:ds="http://schemas.openxmlformats.org/officeDocument/2006/customXml" ds:itemID="{F2BD20EF-6B6A-4577-B591-A8ACCC54E56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D030494-122F-447A-A8C4-B5B4B237E6FB}">
  <ds:schemaRefs>
    <ds:schemaRef ds:uri="81db8cb5-9360-48f0-9784-c515b20ec4c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Gallery</Template>
  <TotalTime>0</TotalTime>
  <Words>693</Words>
  <Application>Microsoft Office PowerPoint</Application>
  <PresentationFormat>Breedbeeld</PresentationFormat>
  <Paragraphs>70</Paragraphs>
  <Slides>9</Slides>
  <Notes>9</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9</vt:i4>
      </vt:variant>
    </vt:vector>
  </HeadingPairs>
  <TitlesOfParts>
    <vt:vector size="14" baseType="lpstr">
      <vt:lpstr>Arial</vt:lpstr>
      <vt:lpstr>Calibri</vt:lpstr>
      <vt:lpstr>Gill Sans MT</vt:lpstr>
      <vt:lpstr>Noto Sans SC</vt:lpstr>
      <vt:lpstr>Galerie</vt:lpstr>
      <vt:lpstr>Business Continuity Management</vt:lpstr>
      <vt:lpstr>Agenda</vt:lpstr>
      <vt:lpstr>Wat is Business Continuity?</vt:lpstr>
      <vt:lpstr>Kroonjuwelen van GreenTaste</vt:lpstr>
      <vt:lpstr>Kritieke bedrijfprocessen</vt:lpstr>
      <vt:lpstr>Risicoanalyse</vt:lpstr>
      <vt:lpstr>Business Impact Analysis</vt:lpstr>
      <vt:lpstr>Maatregelen en Crisisrespons</vt:lpstr>
      <vt:lpstr>Conclusie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Bavli Armanyous</cp:lastModifiedBy>
  <cp:revision>1</cp:revision>
  <dcterms:modified xsi:type="dcterms:W3CDTF">2026-03-12T21:20:35Z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0x0101008184AD865079C64FB2A1609C0E278A07</vt:lpwstr>
  </property>
</Properties>
</file>