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716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55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559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94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750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156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87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22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938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2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6927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24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ISO 27001 (ISMS) – </a:t>
            </a:r>
            <a:r>
              <a:rPr dirty="0" err="1"/>
              <a:t>Implementatieadvies</a:t>
            </a:r>
            <a:endParaRPr dirty="0"/>
          </a:p>
          <a:p>
            <a:r>
              <a:rPr dirty="0"/>
              <a:t>Firewall Force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729" y="2430459"/>
            <a:ext cx="5481484" cy="4525963"/>
          </a:xfrm>
        </p:spPr>
        <p:txBody>
          <a:bodyPr>
            <a:noAutofit/>
          </a:bodyPr>
          <a:lstStyle/>
          <a:p>
            <a:r>
              <a:rPr sz="1800" b="1" dirty="0"/>
              <a:t>Wat </a:t>
            </a:r>
            <a:r>
              <a:rPr sz="1800" b="1" dirty="0" err="1"/>
              <a:t>moet</a:t>
            </a:r>
            <a:r>
              <a:rPr sz="1800" b="1" dirty="0"/>
              <a:t> er </a:t>
            </a:r>
            <a:r>
              <a:rPr sz="1800" b="1" dirty="0" err="1"/>
              <a:t>gebeuren</a:t>
            </a:r>
            <a:r>
              <a:rPr sz="1800" b="1" dirty="0"/>
              <a:t>?</a:t>
            </a:r>
            <a:br>
              <a:rPr sz="1800" dirty="0"/>
            </a:br>
            <a:r>
              <a:rPr sz="1800" dirty="0"/>
              <a:t>- </a:t>
            </a:r>
            <a:r>
              <a:rPr sz="1800" dirty="0" err="1"/>
              <a:t>Informatiebeveiliging</a:t>
            </a:r>
            <a:r>
              <a:rPr sz="1800" dirty="0"/>
              <a:t> via PDCA (Plan–Do–Check–Act)</a:t>
            </a:r>
            <a:br>
              <a:rPr sz="1800" dirty="0"/>
            </a:br>
            <a:r>
              <a:rPr sz="1800" dirty="0"/>
              <a:t>- Focus op </a:t>
            </a:r>
            <a:r>
              <a:rPr sz="1800" dirty="0" err="1"/>
              <a:t>risico’s</a:t>
            </a:r>
            <a:r>
              <a:rPr sz="1800" dirty="0"/>
              <a:t>, </a:t>
            </a:r>
            <a:r>
              <a:rPr sz="1800" dirty="0" err="1"/>
              <a:t>beleid</a:t>
            </a:r>
            <a:r>
              <a:rPr sz="1800" dirty="0"/>
              <a:t> </a:t>
            </a:r>
            <a:r>
              <a:rPr sz="1800" dirty="0" err="1"/>
              <a:t>en</a:t>
            </a:r>
            <a:r>
              <a:rPr sz="1800" dirty="0"/>
              <a:t> </a:t>
            </a:r>
            <a:r>
              <a:rPr sz="1800" dirty="0" err="1"/>
              <a:t>praktijk</a:t>
            </a:r>
            <a:endParaRPr sz="1800" dirty="0"/>
          </a:p>
          <a:p>
            <a:r>
              <a:rPr sz="1800" b="1" dirty="0"/>
              <a:t>Rol van het security team</a:t>
            </a:r>
            <a:br>
              <a:rPr sz="1800" b="1" dirty="0"/>
            </a:br>
            <a:r>
              <a:rPr sz="1800" dirty="0"/>
              <a:t>- Risico’s </a:t>
            </a:r>
            <a:r>
              <a:rPr sz="1800" dirty="0" err="1"/>
              <a:t>analyseren</a:t>
            </a:r>
            <a:r>
              <a:rPr sz="1800" dirty="0"/>
              <a:t> </a:t>
            </a:r>
            <a:r>
              <a:rPr sz="1800" dirty="0" err="1"/>
              <a:t>en</a:t>
            </a:r>
            <a:r>
              <a:rPr sz="1800" dirty="0"/>
              <a:t> </a:t>
            </a:r>
            <a:r>
              <a:rPr sz="1800" dirty="0" err="1"/>
              <a:t>beleid</a:t>
            </a:r>
            <a:r>
              <a:rPr sz="1800" dirty="0"/>
              <a:t> </a:t>
            </a:r>
            <a:r>
              <a:rPr sz="1800" dirty="0" err="1"/>
              <a:t>opstellen</a:t>
            </a:r>
            <a:br>
              <a:rPr sz="1800" dirty="0"/>
            </a:br>
            <a:r>
              <a:rPr sz="1800" dirty="0"/>
              <a:t>- </a:t>
            </a:r>
            <a:r>
              <a:rPr sz="1800" dirty="0" err="1"/>
              <a:t>Maatregelen</a:t>
            </a:r>
            <a:r>
              <a:rPr sz="1800" dirty="0"/>
              <a:t> </a:t>
            </a:r>
            <a:r>
              <a:rPr sz="1800" dirty="0" err="1"/>
              <a:t>implementeren</a:t>
            </a:r>
            <a:r>
              <a:rPr sz="1800" dirty="0"/>
              <a:t> </a:t>
            </a:r>
            <a:r>
              <a:rPr sz="1800" dirty="0" err="1"/>
              <a:t>en</a:t>
            </a:r>
            <a:r>
              <a:rPr sz="1800" dirty="0"/>
              <a:t> </a:t>
            </a:r>
            <a:r>
              <a:rPr sz="1800" dirty="0" err="1"/>
              <a:t>verbeteren</a:t>
            </a:r>
            <a:endParaRPr sz="1800" dirty="0"/>
          </a:p>
          <a:p>
            <a:r>
              <a:rPr sz="1800" b="1" dirty="0" err="1"/>
              <a:t>Samenwerking</a:t>
            </a:r>
            <a:br>
              <a:rPr sz="1800" dirty="0"/>
            </a:br>
            <a:r>
              <a:rPr sz="1800" dirty="0"/>
              <a:t>- </a:t>
            </a:r>
            <a:r>
              <a:rPr sz="1800" dirty="0" err="1"/>
              <a:t>Directie</a:t>
            </a:r>
            <a:r>
              <a:rPr sz="1800" dirty="0"/>
              <a:t>: </a:t>
            </a:r>
            <a:r>
              <a:rPr sz="1800" dirty="0" err="1"/>
              <a:t>risico</a:t>
            </a:r>
            <a:r>
              <a:rPr sz="1800" dirty="0"/>
              <a:t> </a:t>
            </a:r>
            <a:r>
              <a:rPr sz="1800" dirty="0" err="1"/>
              <a:t>en</a:t>
            </a:r>
            <a:r>
              <a:rPr sz="1800" dirty="0"/>
              <a:t> impact</a:t>
            </a:r>
            <a:br>
              <a:rPr sz="1800" dirty="0"/>
            </a:br>
            <a:r>
              <a:rPr sz="1800" dirty="0"/>
              <a:t>- Management: </a:t>
            </a:r>
            <a:r>
              <a:rPr sz="1800" dirty="0" err="1"/>
              <a:t>uitvoering</a:t>
            </a:r>
            <a:br>
              <a:rPr sz="1800" dirty="0"/>
            </a:br>
            <a:r>
              <a:rPr sz="1800" dirty="0"/>
              <a:t>- IT: </a:t>
            </a:r>
            <a:r>
              <a:rPr sz="1800" dirty="0" err="1"/>
              <a:t>techniek</a:t>
            </a:r>
            <a:br>
              <a:rPr sz="1800" dirty="0"/>
            </a:br>
            <a:r>
              <a:rPr sz="1800" dirty="0"/>
              <a:t>- </a:t>
            </a:r>
            <a:r>
              <a:rPr sz="1800" dirty="0" err="1"/>
              <a:t>Medewerkers</a:t>
            </a:r>
            <a:r>
              <a:rPr sz="1800" dirty="0"/>
              <a:t>: </a:t>
            </a:r>
            <a:r>
              <a:rPr sz="1800" dirty="0" err="1"/>
              <a:t>gedrag</a:t>
            </a:r>
            <a:endParaRPr sz="18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5139C0FD-44CA-A3BB-B726-CFAC73225D9B}"/>
              </a:ext>
            </a:extLst>
          </p:cNvPr>
          <p:cNvSpPr txBox="1"/>
          <p:nvPr/>
        </p:nvSpPr>
        <p:spPr>
          <a:xfrm>
            <a:off x="5673213" y="2367275"/>
            <a:ext cx="457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800" b="1" dirty="0"/>
              <a:t>Concrete maatregelen</a:t>
            </a:r>
            <a:br>
              <a:rPr lang="nl-NL" sz="1800" dirty="0"/>
            </a:br>
            <a:r>
              <a:rPr lang="nl-NL" sz="1800" dirty="0"/>
              <a:t>- MFA en toegangsbeheer</a:t>
            </a:r>
            <a:br>
              <a:rPr lang="nl-NL" sz="1800" dirty="0"/>
            </a:br>
            <a:r>
              <a:rPr lang="nl-NL" sz="1800" dirty="0"/>
              <a:t>- Awareness en </a:t>
            </a:r>
            <a:r>
              <a:rPr lang="nl-NL" sz="1800" dirty="0" err="1"/>
              <a:t>phishing</a:t>
            </a:r>
            <a:r>
              <a:rPr lang="nl-NL" sz="1800" dirty="0"/>
              <a:t> training</a:t>
            </a:r>
            <a:br>
              <a:rPr lang="nl-NL" sz="1800" dirty="0"/>
            </a:br>
            <a:r>
              <a:rPr lang="nl-NL" sz="1800" dirty="0"/>
              <a:t>- Incident response en monitoring</a:t>
            </a:r>
            <a:br>
              <a:rPr lang="nl-NL" sz="1800" dirty="0"/>
            </a:br>
            <a:r>
              <a:rPr lang="nl-NL" sz="1800" dirty="0"/>
              <a:t>- Back-ups en updates</a:t>
            </a:r>
          </a:p>
          <a:p>
            <a:endParaRPr lang="nl-NL" dirty="0"/>
          </a:p>
          <a:p>
            <a:endParaRPr lang="nl-NL" sz="1800" dirty="0"/>
          </a:p>
          <a:p>
            <a:r>
              <a:rPr lang="nl-NL" sz="1800" b="1" dirty="0"/>
              <a:t>Belangrijkste advies</a:t>
            </a:r>
            <a:br>
              <a:rPr lang="nl-NL" sz="1800" dirty="0"/>
            </a:br>
            <a:r>
              <a:rPr lang="nl-NL" sz="1800" dirty="0"/>
              <a:t>- Security is </a:t>
            </a:r>
            <a:r>
              <a:rPr lang="nl-NL" sz="1800" dirty="0" err="1"/>
              <a:t>organisatiebreed</a:t>
            </a:r>
            <a:br>
              <a:rPr lang="nl-NL" sz="1800" dirty="0"/>
            </a:br>
            <a:r>
              <a:rPr lang="nl-NL" sz="1800" dirty="0"/>
              <a:t>- Zorg voor draagvlak en duidelijke communicatie</a:t>
            </a:r>
            <a:br>
              <a:rPr lang="nl-NL" sz="1800" dirty="0"/>
            </a:br>
            <a:r>
              <a:rPr lang="nl-NL" sz="1800" dirty="0"/>
              <a:t>- Houd het praktisch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F6F20EF4-61C8-C0B8-1316-7DA9EBD8C7A2}"/>
              </a:ext>
            </a:extLst>
          </p:cNvPr>
          <p:cNvSpPr txBox="1"/>
          <p:nvPr/>
        </p:nvSpPr>
        <p:spPr>
          <a:xfrm>
            <a:off x="768096" y="1842130"/>
            <a:ext cx="3923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Vo, Jonas, Lucas, </a:t>
            </a:r>
            <a:r>
              <a:rPr lang="nl-NL" sz="1400" dirty="0" err="1"/>
              <a:t>Bavli</a:t>
            </a:r>
            <a:endParaRPr lang="nl-NL" sz="1400" dirty="0"/>
          </a:p>
        </p:txBody>
      </p:sp>
      <p:pic>
        <p:nvPicPr>
          <p:cNvPr id="1026" name="Picture 2" descr="ISO 27001 Standard Application and ISO Certification - SMART Technology  Solutions - Boox">
            <a:extLst>
              <a:ext uri="{FF2B5EF4-FFF2-40B4-BE49-F238E27FC236}">
                <a16:creationId xmlns:a16="http://schemas.microsoft.com/office/drawing/2014/main" id="{E18885B1-593F-32C6-D276-2011DCABC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3192" y="5230761"/>
            <a:ext cx="1395950" cy="139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al">
  <a:themeElements>
    <a:clrScheme name="Integra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84AD865079C64FB2A1609C0E278A07" ma:contentTypeVersion="8" ma:contentTypeDescription="Een nieuw document maken." ma:contentTypeScope="" ma:versionID="007c038766a1c56a306316f999624245">
  <xsd:schema xmlns:xsd="http://www.w3.org/2001/XMLSchema" xmlns:xs="http://www.w3.org/2001/XMLSchema" xmlns:p="http://schemas.microsoft.com/office/2006/metadata/properties" xmlns:ns2="81db8cb5-9360-48f0-9784-c515b20ec4ce" targetNamespace="http://schemas.microsoft.com/office/2006/metadata/properties" ma:root="true" ma:fieldsID="505556352b862a5ce3d16ad6cdefa105" ns2:_="">
    <xsd:import namespace="81db8cb5-9360-48f0-9784-c515b20ec4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b8cb5-9360-48f0-9784-c515b20ec4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AED2F72-3495-4145-9494-E11F12F62054}"/>
</file>

<file path=customXml/itemProps2.xml><?xml version="1.0" encoding="utf-8"?>
<ds:datastoreItem xmlns:ds="http://schemas.openxmlformats.org/officeDocument/2006/customXml" ds:itemID="{3F96CC80-9023-4D1F-87BD-94D8D7EB6A10}"/>
</file>

<file path=customXml/itemProps3.xml><?xml version="1.0" encoding="utf-8"?>
<ds:datastoreItem xmlns:ds="http://schemas.openxmlformats.org/officeDocument/2006/customXml" ds:itemID="{0F6C1B18-FA73-4AEA-926F-F362AA0F3E06}"/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129</Words>
  <Application>Microsoft Office PowerPoint</Application>
  <PresentationFormat>Diavoorstelling (4:3)</PresentationFormat>
  <Paragraphs>10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Arial</vt:lpstr>
      <vt:lpstr>Tw Cen MT</vt:lpstr>
      <vt:lpstr>Tw Cen MT Condensed</vt:lpstr>
      <vt:lpstr>Wingdings 3</vt:lpstr>
      <vt:lpstr>Integraal</vt:lpstr>
      <vt:lpstr>ISO 27001 (ISMS) – Implementatieadvies Firewall Force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Vo Nguyen</dc:creator>
  <cp:keywords/>
  <dc:description>generated using python-pptx</dc:description>
  <cp:lastModifiedBy>Vo Nguyen</cp:lastModifiedBy>
  <cp:revision>2</cp:revision>
  <dcterms:created xsi:type="dcterms:W3CDTF">2013-01-27T09:14:16Z</dcterms:created>
  <dcterms:modified xsi:type="dcterms:W3CDTF">2026-03-27T11:31:30Z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0x0101008184AD865079C64FB2A1609C0E278A07</vt:lpwstr>
  </property>
</Properties>
</file>