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66" r:id="rId5"/>
    <p:sldId id="261" r:id="rId6"/>
    <p:sldId id="260" r:id="rId7"/>
    <p:sldId id="256" r:id="rId8"/>
    <p:sldId id="264" r:id="rId9"/>
    <p:sldId id="263" r:id="rId10"/>
    <p:sldId id="257" r:id="rId11"/>
    <p:sldId id="258" r:id="rId12"/>
    <p:sldId id="268" r:id="rId13"/>
    <p:sldId id="267" r:id="rId14"/>
    <p:sldId id="265" r:id="rId15"/>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1FEB5A-FD89-49C0-A092-C0018D09BAE0}" v="115" dt="2026-02-11T17:22:23.827"/>
    <p1510:client id="{885F42E6-76DD-5B0D-3F3A-C66FBFB32A59}" v="2" dt="2026-02-12T09:37:44.259"/>
    <p1510:client id="{8AAF23F6-81D5-309F-2CCC-FCF65A4A6F29}" v="1" dt="2026-02-11T17:24:23.792"/>
    <p1510:client id="{ED113E8A-40BD-1B1C-088F-D023B1D6AF80}" v="14" dt="2026-02-12T09:19:43.974"/>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o Nguyen" userId="S::vt.nguyen1@student.avans.nl::e0d39c9f-121a-446a-a980-133def24aa47" providerId="AD" clId="Web-{ED113E8A-40BD-1B1C-088F-D023B1D6AF80}"/>
    <pc:docChg chg="modSld">
      <pc:chgData name="Vo Nguyen" userId="S::vt.nguyen1@student.avans.nl::e0d39c9f-121a-446a-a980-133def24aa47" providerId="AD" clId="Web-{ED113E8A-40BD-1B1C-088F-D023B1D6AF80}" dt="2026-02-12T09:19:43.974" v="13"/>
      <pc:docMkLst>
        <pc:docMk/>
      </pc:docMkLst>
      <pc:sldChg chg="addSp delSp modSp">
        <pc:chgData name="Vo Nguyen" userId="S::vt.nguyen1@student.avans.nl::e0d39c9f-121a-446a-a980-133def24aa47" providerId="AD" clId="Web-{ED113E8A-40BD-1B1C-088F-D023B1D6AF80}" dt="2026-02-12T09:19:43.974" v="13"/>
        <pc:sldMkLst>
          <pc:docMk/>
          <pc:sldMk cId="3483613978" sldId="261"/>
        </pc:sldMkLst>
        <pc:spChg chg="mod">
          <ac:chgData name="Vo Nguyen" userId="S::vt.nguyen1@student.avans.nl::e0d39c9f-121a-446a-a980-133def24aa47" providerId="AD" clId="Web-{ED113E8A-40BD-1B1C-088F-D023B1D6AF80}" dt="2026-02-12T09:19:36.474" v="8" actId="20577"/>
          <ac:spMkLst>
            <pc:docMk/>
            <pc:sldMk cId="3483613978" sldId="261"/>
            <ac:spMk id="13" creationId="{3C065792-9293-F819-4F90-36EA66D9D889}"/>
          </ac:spMkLst>
        </pc:spChg>
        <pc:spChg chg="add del mod">
          <ac:chgData name="Vo Nguyen" userId="S::vt.nguyen1@student.avans.nl::e0d39c9f-121a-446a-a980-133def24aa47" providerId="AD" clId="Web-{ED113E8A-40BD-1B1C-088F-D023B1D6AF80}" dt="2026-02-12T09:19:43.724" v="9"/>
          <ac:spMkLst>
            <pc:docMk/>
            <pc:sldMk cId="3483613978" sldId="261"/>
            <ac:spMk id="19" creationId="{78690AE5-AD53-136D-77DC-54143458D6F1}"/>
          </ac:spMkLst>
        </pc:spChg>
        <pc:spChg chg="mod">
          <ac:chgData name="Vo Nguyen" userId="S::vt.nguyen1@student.avans.nl::e0d39c9f-121a-446a-a980-133def24aa47" providerId="AD" clId="Web-{ED113E8A-40BD-1B1C-088F-D023B1D6AF80}" dt="2026-02-12T09:19:43.724" v="10"/>
          <ac:spMkLst>
            <pc:docMk/>
            <pc:sldMk cId="3483613978" sldId="261"/>
            <ac:spMk id="22" creationId="{330F8F20-A99F-3480-6156-48C9A6AE62AD}"/>
          </ac:spMkLst>
        </pc:spChg>
        <pc:spChg chg="mod">
          <ac:chgData name="Vo Nguyen" userId="S::vt.nguyen1@student.avans.nl::e0d39c9f-121a-446a-a980-133def24aa47" providerId="AD" clId="Web-{ED113E8A-40BD-1B1C-088F-D023B1D6AF80}" dt="2026-02-12T09:19:43.724" v="11"/>
          <ac:spMkLst>
            <pc:docMk/>
            <pc:sldMk cId="3483613978" sldId="261"/>
            <ac:spMk id="25" creationId="{7EE0E25B-D5A3-890D-4FB0-DD3E11C122AD}"/>
          </ac:spMkLst>
        </pc:spChg>
        <pc:spChg chg="mod">
          <ac:chgData name="Vo Nguyen" userId="S::vt.nguyen1@student.avans.nl::e0d39c9f-121a-446a-a980-133def24aa47" providerId="AD" clId="Web-{ED113E8A-40BD-1B1C-088F-D023B1D6AF80}" dt="2026-02-12T09:19:43.724" v="12"/>
          <ac:spMkLst>
            <pc:docMk/>
            <pc:sldMk cId="3483613978" sldId="261"/>
            <ac:spMk id="27" creationId="{68908524-CBD2-F8DF-3FF2-52DBDAF07F16}"/>
          </ac:spMkLst>
        </pc:spChg>
        <pc:spChg chg="mod">
          <ac:chgData name="Vo Nguyen" userId="S::vt.nguyen1@student.avans.nl::e0d39c9f-121a-446a-a980-133def24aa47" providerId="AD" clId="Web-{ED113E8A-40BD-1B1C-088F-D023B1D6AF80}" dt="2026-02-12T09:19:43.974" v="13"/>
          <ac:spMkLst>
            <pc:docMk/>
            <pc:sldMk cId="3483613978" sldId="261"/>
            <ac:spMk id="29" creationId="{0C0B1102-D2C8-A971-80F2-667386CAF260}"/>
          </ac:spMkLst>
        </pc:spChg>
      </pc:sldChg>
    </pc:docChg>
  </pc:docChgLst>
  <pc:docChgLst>
    <pc:chgData name="Bavli Armanyous" userId="2614e947-2a9c-4f9a-b146-f5ffa7aca4cc" providerId="ADAL" clId="{6BC47077-99EB-4361-9F75-006D4FB26808}"/>
    <pc:docChg chg="modSld">
      <pc:chgData name="Bavli Armanyous" userId="2614e947-2a9c-4f9a-b146-f5ffa7aca4cc" providerId="ADAL" clId="{6BC47077-99EB-4361-9F75-006D4FB26808}" dt="2026-02-11T18:51:37.159" v="1" actId="20577"/>
      <pc:docMkLst>
        <pc:docMk/>
      </pc:docMkLst>
      <pc:sldChg chg="modSp mod">
        <pc:chgData name="Bavli Armanyous" userId="2614e947-2a9c-4f9a-b146-f5ffa7aca4cc" providerId="ADAL" clId="{6BC47077-99EB-4361-9F75-006D4FB26808}" dt="2026-02-11T18:51:37.159" v="1" actId="20577"/>
        <pc:sldMkLst>
          <pc:docMk/>
          <pc:sldMk cId="2597391254" sldId="266"/>
        </pc:sldMkLst>
        <pc:spChg chg="mod">
          <ac:chgData name="Bavli Armanyous" userId="2614e947-2a9c-4f9a-b146-f5ffa7aca4cc" providerId="ADAL" clId="{6BC47077-99EB-4361-9F75-006D4FB26808}" dt="2026-02-11T18:51:37.159" v="1" actId="20577"/>
          <ac:spMkLst>
            <pc:docMk/>
            <pc:sldMk cId="2597391254" sldId="266"/>
            <ac:spMk id="4" creationId="{5E9AF398-63C8-F7D1-DFB8-444805A073C8}"/>
          </ac:spMkLst>
        </pc:spChg>
      </pc:sldChg>
    </pc:docChg>
  </pc:docChgLst>
  <pc:docChgLst>
    <pc:chgData name="Jonas Clein" userId="25b35d1e-ddd6-43e3-82be-e065862dc903" providerId="ADAL" clId="{BB0A05C4-CDBB-44B1-9480-98774532C6BF}"/>
    <pc:docChg chg="undo custSel addSld modSld">
      <pc:chgData name="Jonas Clein" userId="25b35d1e-ddd6-43e3-82be-e065862dc903" providerId="ADAL" clId="{BB0A05C4-CDBB-44B1-9480-98774532C6BF}" dt="2026-02-11T17:22:35.661" v="2041" actId="478"/>
      <pc:docMkLst>
        <pc:docMk/>
      </pc:docMkLst>
      <pc:sldChg chg="addSp delSp modSp mod">
        <pc:chgData name="Jonas Clein" userId="25b35d1e-ddd6-43e3-82be-e065862dc903" providerId="ADAL" clId="{BB0A05C4-CDBB-44B1-9480-98774532C6BF}" dt="2026-02-11T16:50:16.782" v="1080" actId="1076"/>
        <pc:sldMkLst>
          <pc:docMk/>
          <pc:sldMk cId="1549811944" sldId="256"/>
        </pc:sldMkLst>
        <pc:spChg chg="add mod">
          <ac:chgData name="Jonas Clein" userId="25b35d1e-ddd6-43e3-82be-e065862dc903" providerId="ADAL" clId="{BB0A05C4-CDBB-44B1-9480-98774532C6BF}" dt="2026-02-11T16:42:42.242" v="831" actId="1076"/>
          <ac:spMkLst>
            <pc:docMk/>
            <pc:sldMk cId="1549811944" sldId="256"/>
            <ac:spMk id="6" creationId="{2FA09C7B-1855-32ED-E6AC-23A8E7876C48}"/>
          </ac:spMkLst>
        </pc:spChg>
        <pc:spChg chg="mod">
          <ac:chgData name="Jonas Clein" userId="25b35d1e-ddd6-43e3-82be-e065862dc903" providerId="ADAL" clId="{BB0A05C4-CDBB-44B1-9480-98774532C6BF}" dt="2026-02-11T16:06:31.102" v="164" actId="207"/>
          <ac:spMkLst>
            <pc:docMk/>
            <pc:sldMk cId="1549811944" sldId="256"/>
            <ac:spMk id="8" creationId="{45768A74-F0F6-E04A-7A0A-D04FD9451724}"/>
          </ac:spMkLst>
        </pc:spChg>
        <pc:spChg chg="add mod">
          <ac:chgData name="Jonas Clein" userId="25b35d1e-ddd6-43e3-82be-e065862dc903" providerId="ADAL" clId="{BB0A05C4-CDBB-44B1-9480-98774532C6BF}" dt="2026-02-11T16:42:51.562" v="842" actId="14100"/>
          <ac:spMkLst>
            <pc:docMk/>
            <pc:sldMk cId="1549811944" sldId="256"/>
            <ac:spMk id="9" creationId="{9A29AA8C-E7F2-FD1F-16AC-31E7D6E44B2D}"/>
          </ac:spMkLst>
        </pc:spChg>
        <pc:spChg chg="add mod">
          <ac:chgData name="Jonas Clein" userId="25b35d1e-ddd6-43e3-82be-e065862dc903" providerId="ADAL" clId="{BB0A05C4-CDBB-44B1-9480-98774532C6BF}" dt="2026-02-11T16:43:22.827" v="862" actId="14100"/>
          <ac:spMkLst>
            <pc:docMk/>
            <pc:sldMk cId="1549811944" sldId="256"/>
            <ac:spMk id="10" creationId="{C11086D5-C20D-E80A-8779-FE79068359F5}"/>
          </ac:spMkLst>
        </pc:spChg>
        <pc:spChg chg="mod">
          <ac:chgData name="Jonas Clein" userId="25b35d1e-ddd6-43e3-82be-e065862dc903" providerId="ADAL" clId="{BB0A05C4-CDBB-44B1-9480-98774532C6BF}" dt="2026-02-11T16:06:53.623" v="172" actId="207"/>
          <ac:spMkLst>
            <pc:docMk/>
            <pc:sldMk cId="1549811944" sldId="256"/>
            <ac:spMk id="13" creationId="{3C065792-9293-F819-4F90-36EA66D9D889}"/>
          </ac:spMkLst>
        </pc:spChg>
        <pc:spChg chg="add mod">
          <ac:chgData name="Jonas Clein" userId="25b35d1e-ddd6-43e3-82be-e065862dc903" providerId="ADAL" clId="{BB0A05C4-CDBB-44B1-9480-98774532C6BF}" dt="2026-02-11T16:43:36.664" v="882" actId="1076"/>
          <ac:spMkLst>
            <pc:docMk/>
            <pc:sldMk cId="1549811944" sldId="256"/>
            <ac:spMk id="16" creationId="{384BC584-FA08-4E8F-7AA0-48D773485F39}"/>
          </ac:spMkLst>
        </pc:spChg>
        <pc:spChg chg="add mod">
          <ac:chgData name="Jonas Clein" userId="25b35d1e-ddd6-43e3-82be-e065862dc903" providerId="ADAL" clId="{BB0A05C4-CDBB-44B1-9480-98774532C6BF}" dt="2026-02-11T16:44:22.986" v="889" actId="1076"/>
          <ac:spMkLst>
            <pc:docMk/>
            <pc:sldMk cId="1549811944" sldId="256"/>
            <ac:spMk id="17" creationId="{D4610F6A-D319-0F68-1511-9DFC54A41E18}"/>
          </ac:spMkLst>
        </pc:spChg>
        <pc:spChg chg="mod">
          <ac:chgData name="Jonas Clein" userId="25b35d1e-ddd6-43e3-82be-e065862dc903" providerId="ADAL" clId="{BB0A05C4-CDBB-44B1-9480-98774532C6BF}" dt="2026-02-11T16:06:32.867" v="165" actId="207"/>
          <ac:spMkLst>
            <pc:docMk/>
            <pc:sldMk cId="1549811944" sldId="256"/>
            <ac:spMk id="18" creationId="{0FC9159E-6817-2E6F-C493-FCC40DCE6B65}"/>
          </ac:spMkLst>
        </pc:spChg>
        <pc:spChg chg="mod">
          <ac:chgData name="Jonas Clein" userId="25b35d1e-ddd6-43e3-82be-e065862dc903" providerId="ADAL" clId="{BB0A05C4-CDBB-44B1-9480-98774532C6BF}" dt="2026-02-11T16:06:56.107" v="173" actId="207"/>
          <ac:spMkLst>
            <pc:docMk/>
            <pc:sldMk cId="1549811944" sldId="256"/>
            <ac:spMk id="19" creationId="{78690AE5-AD53-136D-77DC-54143458D6F1}"/>
          </ac:spMkLst>
        </pc:spChg>
        <pc:spChg chg="add mod">
          <ac:chgData name="Jonas Clein" userId="25b35d1e-ddd6-43e3-82be-e065862dc903" providerId="ADAL" clId="{BB0A05C4-CDBB-44B1-9480-98774532C6BF}" dt="2026-02-11T16:44:38.827" v="891" actId="1076"/>
          <ac:spMkLst>
            <pc:docMk/>
            <pc:sldMk cId="1549811944" sldId="256"/>
            <ac:spMk id="20" creationId="{FFD606DB-00E0-466D-464A-23F6616F8CD7}"/>
          </ac:spMkLst>
        </pc:spChg>
        <pc:spChg chg="mod">
          <ac:chgData name="Jonas Clein" userId="25b35d1e-ddd6-43e3-82be-e065862dc903" providerId="ADAL" clId="{BB0A05C4-CDBB-44B1-9480-98774532C6BF}" dt="2026-02-11T16:06:34.777" v="166" actId="207"/>
          <ac:spMkLst>
            <pc:docMk/>
            <pc:sldMk cId="1549811944" sldId="256"/>
            <ac:spMk id="21" creationId="{7DAAEE54-F243-83E5-E4B8-75B99ED9E9CF}"/>
          </ac:spMkLst>
        </pc:spChg>
        <pc:spChg chg="mod">
          <ac:chgData name="Jonas Clein" userId="25b35d1e-ddd6-43e3-82be-e065862dc903" providerId="ADAL" clId="{BB0A05C4-CDBB-44B1-9480-98774532C6BF}" dt="2026-02-11T16:06:58.058" v="174" actId="207"/>
          <ac:spMkLst>
            <pc:docMk/>
            <pc:sldMk cId="1549811944" sldId="256"/>
            <ac:spMk id="22" creationId="{330F8F20-A99F-3480-6156-48C9A6AE62AD}"/>
          </ac:spMkLst>
        </pc:spChg>
        <pc:spChg chg="add mod">
          <ac:chgData name="Jonas Clein" userId="25b35d1e-ddd6-43e3-82be-e065862dc903" providerId="ADAL" clId="{BB0A05C4-CDBB-44B1-9480-98774532C6BF}" dt="2026-02-11T16:45:07.367" v="897" actId="1076"/>
          <ac:spMkLst>
            <pc:docMk/>
            <pc:sldMk cId="1549811944" sldId="256"/>
            <ac:spMk id="23" creationId="{C5426D8B-FDA7-E7F5-9B13-08B66212E915}"/>
          </ac:spMkLst>
        </pc:spChg>
        <pc:spChg chg="mod">
          <ac:chgData name="Jonas Clein" userId="25b35d1e-ddd6-43e3-82be-e065862dc903" providerId="ADAL" clId="{BB0A05C4-CDBB-44B1-9480-98774532C6BF}" dt="2026-02-11T16:06:36.697" v="167" actId="207"/>
          <ac:spMkLst>
            <pc:docMk/>
            <pc:sldMk cId="1549811944" sldId="256"/>
            <ac:spMk id="24" creationId="{B18EF456-1B1A-0A57-F1BF-021C9E3A2C7A}"/>
          </ac:spMkLst>
        </pc:spChg>
        <pc:spChg chg="mod">
          <ac:chgData name="Jonas Clein" userId="25b35d1e-ddd6-43e3-82be-e065862dc903" providerId="ADAL" clId="{BB0A05C4-CDBB-44B1-9480-98774532C6BF}" dt="2026-02-11T16:06:59.833" v="175" actId="207"/>
          <ac:spMkLst>
            <pc:docMk/>
            <pc:sldMk cId="1549811944" sldId="256"/>
            <ac:spMk id="25" creationId="{7EE0E25B-D5A3-890D-4FB0-DD3E11C122AD}"/>
          </ac:spMkLst>
        </pc:spChg>
        <pc:spChg chg="mod">
          <ac:chgData name="Jonas Clein" userId="25b35d1e-ddd6-43e3-82be-e065862dc903" providerId="ADAL" clId="{BB0A05C4-CDBB-44B1-9480-98774532C6BF}" dt="2026-02-11T16:06:49.133" v="170" actId="207"/>
          <ac:spMkLst>
            <pc:docMk/>
            <pc:sldMk cId="1549811944" sldId="256"/>
            <ac:spMk id="26" creationId="{37546589-B616-9BC0-D435-698EF584CDA2}"/>
          </ac:spMkLst>
        </pc:spChg>
        <pc:spChg chg="mod">
          <ac:chgData name="Jonas Clein" userId="25b35d1e-ddd6-43e3-82be-e065862dc903" providerId="ADAL" clId="{BB0A05C4-CDBB-44B1-9480-98774532C6BF}" dt="2026-02-11T16:07:02.225" v="176" actId="207"/>
          <ac:spMkLst>
            <pc:docMk/>
            <pc:sldMk cId="1549811944" sldId="256"/>
            <ac:spMk id="27" creationId="{68908524-CBD2-F8DF-3FF2-52DBDAF07F16}"/>
          </ac:spMkLst>
        </pc:spChg>
        <pc:spChg chg="mod">
          <ac:chgData name="Jonas Clein" userId="25b35d1e-ddd6-43e3-82be-e065862dc903" providerId="ADAL" clId="{BB0A05C4-CDBB-44B1-9480-98774532C6BF}" dt="2026-02-11T16:06:51.127" v="171" actId="207"/>
          <ac:spMkLst>
            <pc:docMk/>
            <pc:sldMk cId="1549811944" sldId="256"/>
            <ac:spMk id="28" creationId="{2BF0E3B8-980E-4852-6C21-16B24725C0EA}"/>
          </ac:spMkLst>
        </pc:spChg>
        <pc:spChg chg="add mod">
          <ac:chgData name="Jonas Clein" userId="25b35d1e-ddd6-43e3-82be-e065862dc903" providerId="ADAL" clId="{BB0A05C4-CDBB-44B1-9480-98774532C6BF}" dt="2026-02-11T16:45:36.417" v="924" actId="14100"/>
          <ac:spMkLst>
            <pc:docMk/>
            <pc:sldMk cId="1549811944" sldId="256"/>
            <ac:spMk id="32" creationId="{8A339B8E-AC62-8ED7-430D-9E35EB074A24}"/>
          </ac:spMkLst>
        </pc:spChg>
        <pc:spChg chg="add mod">
          <ac:chgData name="Jonas Clein" userId="25b35d1e-ddd6-43e3-82be-e065862dc903" providerId="ADAL" clId="{BB0A05C4-CDBB-44B1-9480-98774532C6BF}" dt="2026-02-11T16:47:39.070" v="946" actId="1076"/>
          <ac:spMkLst>
            <pc:docMk/>
            <pc:sldMk cId="1549811944" sldId="256"/>
            <ac:spMk id="34" creationId="{E7F6E12B-1A72-ED8C-4E5A-5FF373998858}"/>
          </ac:spMkLst>
        </pc:spChg>
        <pc:spChg chg="add mod">
          <ac:chgData name="Jonas Clein" userId="25b35d1e-ddd6-43e3-82be-e065862dc903" providerId="ADAL" clId="{BB0A05C4-CDBB-44B1-9480-98774532C6BF}" dt="2026-02-11T16:48:14.952" v="949" actId="1076"/>
          <ac:spMkLst>
            <pc:docMk/>
            <pc:sldMk cId="1549811944" sldId="256"/>
            <ac:spMk id="40" creationId="{A9D0C9F5-9E75-9319-E013-D969257D76D1}"/>
          </ac:spMkLst>
        </pc:spChg>
        <pc:spChg chg="add mod">
          <ac:chgData name="Jonas Clein" userId="25b35d1e-ddd6-43e3-82be-e065862dc903" providerId="ADAL" clId="{BB0A05C4-CDBB-44B1-9480-98774532C6BF}" dt="2026-02-11T16:48:26.421" v="969" actId="1076"/>
          <ac:spMkLst>
            <pc:docMk/>
            <pc:sldMk cId="1549811944" sldId="256"/>
            <ac:spMk id="41" creationId="{1589EA2C-B5F9-5AFF-8F6A-FAB688F17207}"/>
          </ac:spMkLst>
        </pc:spChg>
        <pc:spChg chg="add mod">
          <ac:chgData name="Jonas Clein" userId="25b35d1e-ddd6-43e3-82be-e065862dc903" providerId="ADAL" clId="{BB0A05C4-CDBB-44B1-9480-98774532C6BF}" dt="2026-02-11T16:49:05.385" v="1014" actId="1076"/>
          <ac:spMkLst>
            <pc:docMk/>
            <pc:sldMk cId="1549811944" sldId="256"/>
            <ac:spMk id="43" creationId="{E1EA1AC9-E145-B660-B0F0-8417E8342791}"/>
          </ac:spMkLst>
        </pc:spChg>
        <pc:spChg chg="add mod">
          <ac:chgData name="Jonas Clein" userId="25b35d1e-ddd6-43e3-82be-e065862dc903" providerId="ADAL" clId="{BB0A05C4-CDBB-44B1-9480-98774532C6BF}" dt="2026-02-11T16:49:06.908" v="1015" actId="1076"/>
          <ac:spMkLst>
            <pc:docMk/>
            <pc:sldMk cId="1549811944" sldId="256"/>
            <ac:spMk id="44" creationId="{BAFBF624-A5DA-E060-C449-42BA3CE64AB1}"/>
          </ac:spMkLst>
        </pc:spChg>
        <pc:spChg chg="add mod">
          <ac:chgData name="Jonas Clein" userId="25b35d1e-ddd6-43e3-82be-e065862dc903" providerId="ADAL" clId="{BB0A05C4-CDBB-44B1-9480-98774532C6BF}" dt="2026-02-11T16:49:31.438" v="1035" actId="1076"/>
          <ac:spMkLst>
            <pc:docMk/>
            <pc:sldMk cId="1549811944" sldId="256"/>
            <ac:spMk id="55" creationId="{144972F7-7AEE-2B66-A82D-A1D766C6CF85}"/>
          </ac:spMkLst>
        </pc:spChg>
        <pc:spChg chg="add mod">
          <ac:chgData name="Jonas Clein" userId="25b35d1e-ddd6-43e3-82be-e065862dc903" providerId="ADAL" clId="{BB0A05C4-CDBB-44B1-9480-98774532C6BF}" dt="2026-02-11T16:49:41.648" v="1048" actId="1076"/>
          <ac:spMkLst>
            <pc:docMk/>
            <pc:sldMk cId="1549811944" sldId="256"/>
            <ac:spMk id="56" creationId="{631B707A-FA29-A8C7-E410-B9AF18C7B262}"/>
          </ac:spMkLst>
        </pc:spChg>
        <pc:spChg chg="add mod">
          <ac:chgData name="Jonas Clein" userId="25b35d1e-ddd6-43e3-82be-e065862dc903" providerId="ADAL" clId="{BB0A05C4-CDBB-44B1-9480-98774532C6BF}" dt="2026-02-11T16:50:16.782" v="1080" actId="1076"/>
          <ac:spMkLst>
            <pc:docMk/>
            <pc:sldMk cId="1549811944" sldId="256"/>
            <ac:spMk id="57" creationId="{023380A5-AFC4-5384-4A49-59E2DD08DB9C}"/>
          </ac:spMkLst>
        </pc:spChg>
        <pc:picChg chg="add del">
          <ac:chgData name="Jonas Clein" userId="25b35d1e-ddd6-43e3-82be-e065862dc903" providerId="ADAL" clId="{BB0A05C4-CDBB-44B1-9480-98774532C6BF}" dt="2026-02-11T16:42:27.193" v="821" actId="22"/>
          <ac:picMkLst>
            <pc:docMk/>
            <pc:sldMk cId="1549811944" sldId="256"/>
            <ac:picMk id="3" creationId="{5F41F0D0-55FD-72E2-992B-F81C696D7F82}"/>
          </ac:picMkLst>
        </pc:picChg>
      </pc:sldChg>
      <pc:sldChg chg="modSp mod">
        <pc:chgData name="Jonas Clein" userId="25b35d1e-ddd6-43e3-82be-e065862dc903" providerId="ADAL" clId="{BB0A05C4-CDBB-44B1-9480-98774532C6BF}" dt="2026-02-11T17:04:16.709" v="1531" actId="20577"/>
        <pc:sldMkLst>
          <pc:docMk/>
          <pc:sldMk cId="1358551359" sldId="257"/>
        </pc:sldMkLst>
        <pc:spChg chg="mod">
          <ac:chgData name="Jonas Clein" userId="25b35d1e-ddd6-43e3-82be-e065862dc903" providerId="ADAL" clId="{BB0A05C4-CDBB-44B1-9480-98774532C6BF}" dt="2026-02-11T17:00:50.520" v="1399" actId="1076"/>
          <ac:spMkLst>
            <pc:docMk/>
            <pc:sldMk cId="1358551359" sldId="257"/>
            <ac:spMk id="2" creationId="{BACEDE7C-4938-BCD0-0B05-D935AF63A752}"/>
          </ac:spMkLst>
        </pc:spChg>
        <pc:graphicFrameChg chg="mod modGraphic">
          <ac:chgData name="Jonas Clein" userId="25b35d1e-ddd6-43e3-82be-e065862dc903" providerId="ADAL" clId="{BB0A05C4-CDBB-44B1-9480-98774532C6BF}" dt="2026-02-11T17:04:16.709" v="1531" actId="20577"/>
          <ac:graphicFrameMkLst>
            <pc:docMk/>
            <pc:sldMk cId="1358551359" sldId="257"/>
            <ac:graphicFrameMk id="4" creationId="{3AC2F889-F1D0-BE25-9487-FA69147427AC}"/>
          </ac:graphicFrameMkLst>
        </pc:graphicFrameChg>
      </pc:sldChg>
      <pc:sldChg chg="modSp mod">
        <pc:chgData name="Jonas Clein" userId="25b35d1e-ddd6-43e3-82be-e065862dc903" providerId="ADAL" clId="{BB0A05C4-CDBB-44B1-9480-98774532C6BF}" dt="2026-02-11T17:13:57.538" v="1867" actId="255"/>
        <pc:sldMkLst>
          <pc:docMk/>
          <pc:sldMk cId="778551810" sldId="258"/>
        </pc:sldMkLst>
        <pc:spChg chg="mod">
          <ac:chgData name="Jonas Clein" userId="25b35d1e-ddd6-43e3-82be-e065862dc903" providerId="ADAL" clId="{BB0A05C4-CDBB-44B1-9480-98774532C6BF}" dt="2026-02-11T17:13:57.538" v="1867" actId="255"/>
          <ac:spMkLst>
            <pc:docMk/>
            <pc:sldMk cId="778551810" sldId="258"/>
            <ac:spMk id="2" creationId="{BACEDE7C-4938-BCD0-0B05-D935AF63A752}"/>
          </ac:spMkLst>
        </pc:spChg>
        <pc:graphicFrameChg chg="mod modGraphic">
          <ac:chgData name="Jonas Clein" userId="25b35d1e-ddd6-43e3-82be-e065862dc903" providerId="ADAL" clId="{BB0A05C4-CDBB-44B1-9480-98774532C6BF}" dt="2026-02-11T17:13:51.225" v="1866" actId="1076"/>
          <ac:graphicFrameMkLst>
            <pc:docMk/>
            <pc:sldMk cId="778551810" sldId="258"/>
            <ac:graphicFrameMk id="4" creationId="{AAA2A683-9CE1-1CC0-AD6E-5B051BED663D}"/>
          </ac:graphicFrameMkLst>
        </pc:graphicFrameChg>
      </pc:sldChg>
      <pc:sldChg chg="addSp delSp modSp mod">
        <pc:chgData name="Jonas Clein" userId="25b35d1e-ddd6-43e3-82be-e065862dc903" providerId="ADAL" clId="{BB0A05C4-CDBB-44B1-9480-98774532C6BF}" dt="2026-02-11T16:40:37.374" v="819" actId="1076"/>
        <pc:sldMkLst>
          <pc:docMk/>
          <pc:sldMk cId="4080956235" sldId="260"/>
        </pc:sldMkLst>
        <pc:spChg chg="mod">
          <ac:chgData name="Jonas Clein" userId="25b35d1e-ddd6-43e3-82be-e065862dc903" providerId="ADAL" clId="{BB0A05C4-CDBB-44B1-9480-98774532C6BF}" dt="2026-02-11T16:05:57.151" v="152" actId="207"/>
          <ac:spMkLst>
            <pc:docMk/>
            <pc:sldMk cId="4080956235" sldId="260"/>
            <ac:spMk id="8" creationId="{45768A74-F0F6-E04A-7A0A-D04FD9451724}"/>
          </ac:spMkLst>
        </pc:spChg>
        <pc:spChg chg="add del mod">
          <ac:chgData name="Jonas Clein" userId="25b35d1e-ddd6-43e3-82be-e065862dc903" providerId="ADAL" clId="{BB0A05C4-CDBB-44B1-9480-98774532C6BF}" dt="2026-02-11T16:27:53.581" v="478" actId="478"/>
          <ac:spMkLst>
            <pc:docMk/>
            <pc:sldMk cId="4080956235" sldId="260"/>
            <ac:spMk id="10" creationId="{DDA349EE-FD5E-03B1-29C5-33A4FD7CC1E7}"/>
          </ac:spMkLst>
        </pc:spChg>
        <pc:spChg chg="mod">
          <ac:chgData name="Jonas Clein" userId="25b35d1e-ddd6-43e3-82be-e065862dc903" providerId="ADAL" clId="{BB0A05C4-CDBB-44B1-9480-98774532C6BF}" dt="2026-02-11T16:06:22.349" v="163" actId="207"/>
          <ac:spMkLst>
            <pc:docMk/>
            <pc:sldMk cId="4080956235" sldId="260"/>
            <ac:spMk id="13" creationId="{3C065792-9293-F819-4F90-36EA66D9D889}"/>
          </ac:spMkLst>
        </pc:spChg>
        <pc:spChg chg="add mod">
          <ac:chgData name="Jonas Clein" userId="25b35d1e-ddd6-43e3-82be-e065862dc903" providerId="ADAL" clId="{BB0A05C4-CDBB-44B1-9480-98774532C6BF}" dt="2026-02-11T16:34:03.650" v="595" actId="1076"/>
          <ac:spMkLst>
            <pc:docMk/>
            <pc:sldMk cId="4080956235" sldId="260"/>
            <ac:spMk id="14" creationId="{5710BCEA-D249-E1FA-BD61-6FC334992500}"/>
          </ac:spMkLst>
        </pc:spChg>
        <pc:spChg chg="add mod">
          <ac:chgData name="Jonas Clein" userId="25b35d1e-ddd6-43e3-82be-e065862dc903" providerId="ADAL" clId="{BB0A05C4-CDBB-44B1-9480-98774532C6BF}" dt="2026-02-11T16:30:08.702" v="526" actId="14100"/>
          <ac:spMkLst>
            <pc:docMk/>
            <pc:sldMk cId="4080956235" sldId="260"/>
            <ac:spMk id="15" creationId="{FFAF5F2F-D6F8-D3AD-C914-17B7A6FAE4BE}"/>
          </ac:spMkLst>
        </pc:spChg>
        <pc:spChg chg="add mod">
          <ac:chgData name="Jonas Clein" userId="25b35d1e-ddd6-43e3-82be-e065862dc903" providerId="ADAL" clId="{BB0A05C4-CDBB-44B1-9480-98774532C6BF}" dt="2026-02-11T16:30:56.937" v="548" actId="20577"/>
          <ac:spMkLst>
            <pc:docMk/>
            <pc:sldMk cId="4080956235" sldId="260"/>
            <ac:spMk id="16" creationId="{9D19DE4E-05D7-5F0A-3C1F-7BC278F6C08D}"/>
          </ac:spMkLst>
        </pc:spChg>
        <pc:spChg chg="add mod">
          <ac:chgData name="Jonas Clein" userId="25b35d1e-ddd6-43e3-82be-e065862dc903" providerId="ADAL" clId="{BB0A05C4-CDBB-44B1-9480-98774532C6BF}" dt="2026-02-11T16:31:13.142" v="555" actId="1076"/>
          <ac:spMkLst>
            <pc:docMk/>
            <pc:sldMk cId="4080956235" sldId="260"/>
            <ac:spMk id="17" creationId="{587D47D9-77AA-4155-6776-73A789E7D66C}"/>
          </ac:spMkLst>
        </pc:spChg>
        <pc:spChg chg="mod">
          <ac:chgData name="Jonas Clein" userId="25b35d1e-ddd6-43e3-82be-e065862dc903" providerId="ADAL" clId="{BB0A05C4-CDBB-44B1-9480-98774532C6BF}" dt="2026-02-11T16:05:59.266" v="153" actId="207"/>
          <ac:spMkLst>
            <pc:docMk/>
            <pc:sldMk cId="4080956235" sldId="260"/>
            <ac:spMk id="18" creationId="{0FC9159E-6817-2E6F-C493-FCC40DCE6B65}"/>
          </ac:spMkLst>
        </pc:spChg>
        <pc:spChg chg="mod">
          <ac:chgData name="Jonas Clein" userId="25b35d1e-ddd6-43e3-82be-e065862dc903" providerId="ADAL" clId="{BB0A05C4-CDBB-44B1-9480-98774532C6BF}" dt="2026-02-11T16:06:18.786" v="162" actId="207"/>
          <ac:spMkLst>
            <pc:docMk/>
            <pc:sldMk cId="4080956235" sldId="260"/>
            <ac:spMk id="19" creationId="{78690AE5-AD53-136D-77DC-54143458D6F1}"/>
          </ac:spMkLst>
        </pc:spChg>
        <pc:spChg chg="mod">
          <ac:chgData name="Jonas Clein" userId="25b35d1e-ddd6-43e3-82be-e065862dc903" providerId="ADAL" clId="{BB0A05C4-CDBB-44B1-9480-98774532C6BF}" dt="2026-02-11T16:06:01.324" v="154" actId="207"/>
          <ac:spMkLst>
            <pc:docMk/>
            <pc:sldMk cId="4080956235" sldId="260"/>
            <ac:spMk id="21" creationId="{7DAAEE54-F243-83E5-E4B8-75B99ED9E9CF}"/>
          </ac:spMkLst>
        </pc:spChg>
        <pc:spChg chg="mod">
          <ac:chgData name="Jonas Clein" userId="25b35d1e-ddd6-43e3-82be-e065862dc903" providerId="ADAL" clId="{BB0A05C4-CDBB-44B1-9480-98774532C6BF}" dt="2026-02-11T16:06:16.578" v="161" actId="207"/>
          <ac:spMkLst>
            <pc:docMk/>
            <pc:sldMk cId="4080956235" sldId="260"/>
            <ac:spMk id="22" creationId="{330F8F20-A99F-3480-6156-48C9A6AE62AD}"/>
          </ac:spMkLst>
        </pc:spChg>
        <pc:spChg chg="add del">
          <ac:chgData name="Jonas Clein" userId="25b35d1e-ddd6-43e3-82be-e065862dc903" providerId="ADAL" clId="{BB0A05C4-CDBB-44B1-9480-98774532C6BF}" dt="2026-02-11T16:31:35.542" v="557" actId="22"/>
          <ac:spMkLst>
            <pc:docMk/>
            <pc:sldMk cId="4080956235" sldId="260"/>
            <ac:spMk id="23" creationId="{23637861-7B0C-23C7-E50C-83AB45FAE878}"/>
          </ac:spMkLst>
        </pc:spChg>
        <pc:spChg chg="mod">
          <ac:chgData name="Jonas Clein" userId="25b35d1e-ddd6-43e3-82be-e065862dc903" providerId="ADAL" clId="{BB0A05C4-CDBB-44B1-9480-98774532C6BF}" dt="2026-02-11T16:06:03.432" v="155" actId="207"/>
          <ac:spMkLst>
            <pc:docMk/>
            <pc:sldMk cId="4080956235" sldId="260"/>
            <ac:spMk id="24" creationId="{B18EF456-1B1A-0A57-F1BF-021C9E3A2C7A}"/>
          </ac:spMkLst>
        </pc:spChg>
        <pc:spChg chg="mod">
          <ac:chgData name="Jonas Clein" userId="25b35d1e-ddd6-43e3-82be-e065862dc903" providerId="ADAL" clId="{BB0A05C4-CDBB-44B1-9480-98774532C6BF}" dt="2026-02-11T16:06:14.719" v="160" actId="207"/>
          <ac:spMkLst>
            <pc:docMk/>
            <pc:sldMk cId="4080956235" sldId="260"/>
            <ac:spMk id="25" creationId="{7EE0E25B-D5A3-890D-4FB0-DD3E11C122AD}"/>
          </ac:spMkLst>
        </pc:spChg>
        <pc:spChg chg="mod">
          <ac:chgData name="Jonas Clein" userId="25b35d1e-ddd6-43e3-82be-e065862dc903" providerId="ADAL" clId="{BB0A05C4-CDBB-44B1-9480-98774532C6BF}" dt="2026-02-11T16:06:05.362" v="156" actId="207"/>
          <ac:spMkLst>
            <pc:docMk/>
            <pc:sldMk cId="4080956235" sldId="260"/>
            <ac:spMk id="26" creationId="{37546589-B616-9BC0-D435-698EF584CDA2}"/>
          </ac:spMkLst>
        </pc:spChg>
        <pc:spChg chg="mod">
          <ac:chgData name="Jonas Clein" userId="25b35d1e-ddd6-43e3-82be-e065862dc903" providerId="ADAL" clId="{BB0A05C4-CDBB-44B1-9480-98774532C6BF}" dt="2026-02-11T16:06:12.062" v="159" actId="207"/>
          <ac:spMkLst>
            <pc:docMk/>
            <pc:sldMk cId="4080956235" sldId="260"/>
            <ac:spMk id="27" creationId="{68908524-CBD2-F8DF-3FF2-52DBDAF07F16}"/>
          </ac:spMkLst>
        </pc:spChg>
        <pc:spChg chg="mod">
          <ac:chgData name="Jonas Clein" userId="25b35d1e-ddd6-43e3-82be-e065862dc903" providerId="ADAL" clId="{BB0A05C4-CDBB-44B1-9480-98774532C6BF}" dt="2026-02-11T16:06:07.001" v="157" actId="207"/>
          <ac:spMkLst>
            <pc:docMk/>
            <pc:sldMk cId="4080956235" sldId="260"/>
            <ac:spMk id="28" creationId="{2BF0E3B8-980E-4852-6C21-16B24725C0EA}"/>
          </ac:spMkLst>
        </pc:spChg>
        <pc:spChg chg="mod">
          <ac:chgData name="Jonas Clein" userId="25b35d1e-ddd6-43e3-82be-e065862dc903" providerId="ADAL" clId="{BB0A05C4-CDBB-44B1-9480-98774532C6BF}" dt="2026-02-11T16:06:10" v="158" actId="207"/>
          <ac:spMkLst>
            <pc:docMk/>
            <pc:sldMk cId="4080956235" sldId="260"/>
            <ac:spMk id="29" creationId="{0C0B1102-D2C8-A971-80F2-667386CAF260}"/>
          </ac:spMkLst>
        </pc:spChg>
        <pc:spChg chg="add mod">
          <ac:chgData name="Jonas Clein" userId="25b35d1e-ddd6-43e3-82be-e065862dc903" providerId="ADAL" clId="{BB0A05C4-CDBB-44B1-9480-98774532C6BF}" dt="2026-02-11T16:32:16.987" v="574" actId="1076"/>
          <ac:spMkLst>
            <pc:docMk/>
            <pc:sldMk cId="4080956235" sldId="260"/>
            <ac:spMk id="32" creationId="{2F509F25-01CC-395A-2C81-B308794F8E17}"/>
          </ac:spMkLst>
        </pc:spChg>
        <pc:spChg chg="add mod">
          <ac:chgData name="Jonas Clein" userId="25b35d1e-ddd6-43e3-82be-e065862dc903" providerId="ADAL" clId="{BB0A05C4-CDBB-44B1-9480-98774532C6BF}" dt="2026-02-11T16:32:46.635" v="590"/>
          <ac:spMkLst>
            <pc:docMk/>
            <pc:sldMk cId="4080956235" sldId="260"/>
            <ac:spMk id="34" creationId="{460D7D6D-3F55-3148-D598-D4F0B643EB2F}"/>
          </ac:spMkLst>
        </pc:spChg>
        <pc:spChg chg="add mod">
          <ac:chgData name="Jonas Clein" userId="25b35d1e-ddd6-43e3-82be-e065862dc903" providerId="ADAL" clId="{BB0A05C4-CDBB-44B1-9480-98774532C6BF}" dt="2026-02-11T16:33:42.487" v="594" actId="1076"/>
          <ac:spMkLst>
            <pc:docMk/>
            <pc:sldMk cId="4080956235" sldId="260"/>
            <ac:spMk id="40" creationId="{A5240253-900E-5A4F-8332-E98ECA5C224B}"/>
          </ac:spMkLst>
        </pc:spChg>
        <pc:spChg chg="add mod">
          <ac:chgData name="Jonas Clein" userId="25b35d1e-ddd6-43e3-82be-e065862dc903" providerId="ADAL" clId="{BB0A05C4-CDBB-44B1-9480-98774532C6BF}" dt="2026-02-11T16:34:27.113" v="606" actId="1076"/>
          <ac:spMkLst>
            <pc:docMk/>
            <pc:sldMk cId="4080956235" sldId="260"/>
            <ac:spMk id="41" creationId="{405C7048-7ADA-07B7-7C99-0EE160FF4B1C}"/>
          </ac:spMkLst>
        </pc:spChg>
        <pc:spChg chg="add mod">
          <ac:chgData name="Jonas Clein" userId="25b35d1e-ddd6-43e3-82be-e065862dc903" providerId="ADAL" clId="{BB0A05C4-CDBB-44B1-9480-98774532C6BF}" dt="2026-02-11T16:36:05.614" v="635" actId="1076"/>
          <ac:spMkLst>
            <pc:docMk/>
            <pc:sldMk cId="4080956235" sldId="260"/>
            <ac:spMk id="43" creationId="{D13F43DD-5A9A-CC0E-3294-6114B0A35586}"/>
          </ac:spMkLst>
        </pc:spChg>
        <pc:spChg chg="add mod">
          <ac:chgData name="Jonas Clein" userId="25b35d1e-ddd6-43e3-82be-e065862dc903" providerId="ADAL" clId="{BB0A05C4-CDBB-44B1-9480-98774532C6BF}" dt="2026-02-11T16:36:01.934" v="633" actId="1076"/>
          <ac:spMkLst>
            <pc:docMk/>
            <pc:sldMk cId="4080956235" sldId="260"/>
            <ac:spMk id="44" creationId="{628E1BCA-EBFC-0BD0-2018-C70EA0CB9B38}"/>
          </ac:spMkLst>
        </pc:spChg>
        <pc:spChg chg="add mod">
          <ac:chgData name="Jonas Clein" userId="25b35d1e-ddd6-43e3-82be-e065862dc903" providerId="ADAL" clId="{BB0A05C4-CDBB-44B1-9480-98774532C6BF}" dt="2026-02-11T16:37:06.064" v="660" actId="20577"/>
          <ac:spMkLst>
            <pc:docMk/>
            <pc:sldMk cId="4080956235" sldId="260"/>
            <ac:spMk id="55" creationId="{F05A05E4-A7D2-3C8E-0227-203311E430DB}"/>
          </ac:spMkLst>
        </pc:spChg>
        <pc:spChg chg="add mod">
          <ac:chgData name="Jonas Clein" userId="25b35d1e-ddd6-43e3-82be-e065862dc903" providerId="ADAL" clId="{BB0A05C4-CDBB-44B1-9480-98774532C6BF}" dt="2026-02-11T16:37:28.659" v="673" actId="1076"/>
          <ac:spMkLst>
            <pc:docMk/>
            <pc:sldMk cId="4080956235" sldId="260"/>
            <ac:spMk id="56" creationId="{94386CC4-99F9-5BF3-BA72-536761A596FB}"/>
          </ac:spMkLst>
        </pc:spChg>
        <pc:spChg chg="add mod">
          <ac:chgData name="Jonas Clein" userId="25b35d1e-ddd6-43e3-82be-e065862dc903" providerId="ADAL" clId="{BB0A05C4-CDBB-44B1-9480-98774532C6BF}" dt="2026-02-11T16:37:58.518" v="692" actId="1076"/>
          <ac:spMkLst>
            <pc:docMk/>
            <pc:sldMk cId="4080956235" sldId="260"/>
            <ac:spMk id="57" creationId="{0E2D5359-6235-8216-E0D2-DBEFDA76F57E}"/>
          </ac:spMkLst>
        </pc:spChg>
        <pc:spChg chg="add mod">
          <ac:chgData name="Jonas Clein" userId="25b35d1e-ddd6-43e3-82be-e065862dc903" providerId="ADAL" clId="{BB0A05C4-CDBB-44B1-9480-98774532C6BF}" dt="2026-02-11T16:38:27.146" v="712" actId="1076"/>
          <ac:spMkLst>
            <pc:docMk/>
            <pc:sldMk cId="4080956235" sldId="260"/>
            <ac:spMk id="58" creationId="{2FDE6248-13DD-5CDB-1995-371DD4A4C083}"/>
          </ac:spMkLst>
        </pc:spChg>
        <pc:spChg chg="add mod">
          <ac:chgData name="Jonas Clein" userId="25b35d1e-ddd6-43e3-82be-e065862dc903" providerId="ADAL" clId="{BB0A05C4-CDBB-44B1-9480-98774532C6BF}" dt="2026-02-11T16:39:20.991" v="769" actId="1076"/>
          <ac:spMkLst>
            <pc:docMk/>
            <pc:sldMk cId="4080956235" sldId="260"/>
            <ac:spMk id="59" creationId="{FA273C34-6B86-642E-9452-0328490E093C}"/>
          </ac:spMkLst>
        </pc:spChg>
        <pc:spChg chg="add mod">
          <ac:chgData name="Jonas Clein" userId="25b35d1e-ddd6-43e3-82be-e065862dc903" providerId="ADAL" clId="{BB0A05C4-CDBB-44B1-9480-98774532C6BF}" dt="2026-02-11T16:39:18.535" v="768" actId="20577"/>
          <ac:spMkLst>
            <pc:docMk/>
            <pc:sldMk cId="4080956235" sldId="260"/>
            <ac:spMk id="61" creationId="{D8ACB093-038E-48A7-5D7E-0C126D646888}"/>
          </ac:spMkLst>
        </pc:spChg>
        <pc:spChg chg="add mod">
          <ac:chgData name="Jonas Clein" userId="25b35d1e-ddd6-43e3-82be-e065862dc903" providerId="ADAL" clId="{BB0A05C4-CDBB-44B1-9480-98774532C6BF}" dt="2026-02-11T16:40:37.374" v="819" actId="1076"/>
          <ac:spMkLst>
            <pc:docMk/>
            <pc:sldMk cId="4080956235" sldId="260"/>
            <ac:spMk id="62" creationId="{D1AD4B4F-1897-DB61-5680-4FC6672D224B}"/>
          </ac:spMkLst>
        </pc:spChg>
        <pc:spChg chg="add mod">
          <ac:chgData name="Jonas Clein" userId="25b35d1e-ddd6-43e3-82be-e065862dc903" providerId="ADAL" clId="{BB0A05C4-CDBB-44B1-9480-98774532C6BF}" dt="2026-02-11T16:40:34.365" v="818" actId="14100"/>
          <ac:spMkLst>
            <pc:docMk/>
            <pc:sldMk cId="4080956235" sldId="260"/>
            <ac:spMk id="63" creationId="{3569F63A-480E-6BA4-B5B3-EC30679D31BD}"/>
          </ac:spMkLst>
        </pc:spChg>
        <pc:picChg chg="add del">
          <ac:chgData name="Jonas Clein" userId="25b35d1e-ddd6-43e3-82be-e065862dc903" providerId="ADAL" clId="{BB0A05C4-CDBB-44B1-9480-98774532C6BF}" dt="2026-02-11T16:28:53.239" v="480" actId="22"/>
          <ac:picMkLst>
            <pc:docMk/>
            <pc:sldMk cId="4080956235" sldId="260"/>
            <ac:picMk id="12" creationId="{DE28AB41-0224-2821-45E5-A522FC9EE17D}"/>
          </ac:picMkLst>
        </pc:picChg>
      </pc:sldChg>
      <pc:sldChg chg="addSp delSp modSp mod modNotesTx">
        <pc:chgData name="Jonas Clein" userId="25b35d1e-ddd6-43e3-82be-e065862dc903" providerId="ADAL" clId="{BB0A05C4-CDBB-44B1-9480-98774532C6BF}" dt="2026-02-11T16:52:06.405" v="1117" actId="14100"/>
        <pc:sldMkLst>
          <pc:docMk/>
          <pc:sldMk cId="3483613978" sldId="261"/>
        </pc:sldMkLst>
        <pc:spChg chg="mod">
          <ac:chgData name="Jonas Clein" userId="25b35d1e-ddd6-43e3-82be-e065862dc903" providerId="ADAL" clId="{BB0A05C4-CDBB-44B1-9480-98774532C6BF}" dt="2026-02-11T16:05:37.830" v="145" actId="207"/>
          <ac:spMkLst>
            <pc:docMk/>
            <pc:sldMk cId="3483613978" sldId="261"/>
            <ac:spMk id="8" creationId="{45768A74-F0F6-E04A-7A0A-D04FD9451724}"/>
          </ac:spMkLst>
        </pc:spChg>
        <pc:spChg chg="add mod">
          <ac:chgData name="Jonas Clein" userId="25b35d1e-ddd6-43e3-82be-e065862dc903" providerId="ADAL" clId="{BB0A05C4-CDBB-44B1-9480-98774532C6BF}" dt="2026-02-11T16:21:57.618" v="304"/>
          <ac:spMkLst>
            <pc:docMk/>
            <pc:sldMk cId="3483613978" sldId="261"/>
            <ac:spMk id="10" creationId="{AE8EAB77-6521-49AF-1E94-180D8F11818A}"/>
          </ac:spMkLst>
        </pc:spChg>
        <pc:spChg chg="add mod">
          <ac:chgData name="Jonas Clein" userId="25b35d1e-ddd6-43e3-82be-e065862dc903" providerId="ADAL" clId="{BB0A05C4-CDBB-44B1-9480-98774532C6BF}" dt="2026-02-11T16:10:24.078" v="213" actId="255"/>
          <ac:spMkLst>
            <pc:docMk/>
            <pc:sldMk cId="3483613978" sldId="261"/>
            <ac:spMk id="11" creationId="{7885344D-4CEB-7A94-1A4A-DFA8DD1EC8FF}"/>
          </ac:spMkLst>
        </pc:spChg>
        <pc:spChg chg="add mod">
          <ac:chgData name="Jonas Clein" userId="25b35d1e-ddd6-43e3-82be-e065862dc903" providerId="ADAL" clId="{BB0A05C4-CDBB-44B1-9480-98774532C6BF}" dt="2026-02-11T16:52:06.405" v="1117" actId="14100"/>
          <ac:spMkLst>
            <pc:docMk/>
            <pc:sldMk cId="3483613978" sldId="261"/>
            <ac:spMk id="12" creationId="{4E4D4EDA-B940-AD54-5BB5-04547A43C3AC}"/>
          </ac:spMkLst>
        </pc:spChg>
        <pc:spChg chg="mod">
          <ac:chgData name="Jonas Clein" userId="25b35d1e-ddd6-43e3-82be-e065862dc903" providerId="ADAL" clId="{BB0A05C4-CDBB-44B1-9480-98774532C6BF}" dt="2026-02-11T16:05:40.877" v="146" actId="207"/>
          <ac:spMkLst>
            <pc:docMk/>
            <pc:sldMk cId="3483613978" sldId="261"/>
            <ac:spMk id="13" creationId="{3C065792-9293-F819-4F90-36EA66D9D889}"/>
          </ac:spMkLst>
        </pc:spChg>
        <pc:spChg chg="add mod">
          <ac:chgData name="Jonas Clein" userId="25b35d1e-ddd6-43e3-82be-e065862dc903" providerId="ADAL" clId="{BB0A05C4-CDBB-44B1-9480-98774532C6BF}" dt="2026-02-11T16:33:22.613" v="592" actId="1076"/>
          <ac:spMkLst>
            <pc:docMk/>
            <pc:sldMk cId="3483613978" sldId="261"/>
            <ac:spMk id="14" creationId="{2EAC5515-B28C-09CB-074A-6FA34674EEA4}"/>
          </ac:spMkLst>
        </pc:spChg>
        <pc:spChg chg="add mod">
          <ac:chgData name="Jonas Clein" userId="25b35d1e-ddd6-43e3-82be-e065862dc903" providerId="ADAL" clId="{BB0A05C4-CDBB-44B1-9480-98774532C6BF}" dt="2026-02-11T16:15:09.994" v="286" actId="20577"/>
          <ac:spMkLst>
            <pc:docMk/>
            <pc:sldMk cId="3483613978" sldId="261"/>
            <ac:spMk id="15" creationId="{9BCBA27F-BBF6-6E59-4FD0-E0D5A2AE42DA}"/>
          </ac:spMkLst>
        </pc:spChg>
        <pc:spChg chg="add mod">
          <ac:chgData name="Jonas Clein" userId="25b35d1e-ddd6-43e3-82be-e065862dc903" providerId="ADAL" clId="{BB0A05C4-CDBB-44B1-9480-98774532C6BF}" dt="2026-02-11T16:15:40.639" v="303" actId="20577"/>
          <ac:spMkLst>
            <pc:docMk/>
            <pc:sldMk cId="3483613978" sldId="261"/>
            <ac:spMk id="16" creationId="{1B929BDD-5150-DDC3-DA74-2A3DF120137E}"/>
          </ac:spMkLst>
        </pc:spChg>
        <pc:spChg chg="add mod">
          <ac:chgData name="Jonas Clein" userId="25b35d1e-ddd6-43e3-82be-e065862dc903" providerId="ADAL" clId="{BB0A05C4-CDBB-44B1-9480-98774532C6BF}" dt="2026-02-11T16:22:10.091" v="321" actId="20577"/>
          <ac:spMkLst>
            <pc:docMk/>
            <pc:sldMk cId="3483613978" sldId="261"/>
            <ac:spMk id="17" creationId="{A10C831F-FAC1-7D61-DB1F-B931642D0AC1}"/>
          </ac:spMkLst>
        </pc:spChg>
        <pc:spChg chg="mod">
          <ac:chgData name="Jonas Clein" userId="25b35d1e-ddd6-43e3-82be-e065862dc903" providerId="ADAL" clId="{BB0A05C4-CDBB-44B1-9480-98774532C6BF}" dt="2026-02-11T16:05:35.317" v="144" actId="207"/>
          <ac:spMkLst>
            <pc:docMk/>
            <pc:sldMk cId="3483613978" sldId="261"/>
            <ac:spMk id="18" creationId="{0FC9159E-6817-2E6F-C493-FCC40DCE6B65}"/>
          </ac:spMkLst>
        </pc:spChg>
        <pc:spChg chg="mod">
          <ac:chgData name="Jonas Clein" userId="25b35d1e-ddd6-43e3-82be-e065862dc903" providerId="ADAL" clId="{BB0A05C4-CDBB-44B1-9480-98774532C6BF}" dt="2026-02-11T16:05:43.030" v="147" actId="207"/>
          <ac:spMkLst>
            <pc:docMk/>
            <pc:sldMk cId="3483613978" sldId="261"/>
            <ac:spMk id="19" creationId="{78690AE5-AD53-136D-77DC-54143458D6F1}"/>
          </ac:spMkLst>
        </pc:spChg>
        <pc:spChg chg="add mod">
          <ac:chgData name="Jonas Clein" userId="25b35d1e-ddd6-43e3-82be-e065862dc903" providerId="ADAL" clId="{BB0A05C4-CDBB-44B1-9480-98774532C6BF}" dt="2026-02-11T16:24:04.379" v="361" actId="1076"/>
          <ac:spMkLst>
            <pc:docMk/>
            <pc:sldMk cId="3483613978" sldId="261"/>
            <ac:spMk id="20" creationId="{93363E0A-B4F5-181F-5EE7-229415A172F8}"/>
          </ac:spMkLst>
        </pc:spChg>
        <pc:spChg chg="mod">
          <ac:chgData name="Jonas Clein" userId="25b35d1e-ddd6-43e3-82be-e065862dc903" providerId="ADAL" clId="{BB0A05C4-CDBB-44B1-9480-98774532C6BF}" dt="2026-02-11T16:05:33.268" v="143" actId="207"/>
          <ac:spMkLst>
            <pc:docMk/>
            <pc:sldMk cId="3483613978" sldId="261"/>
            <ac:spMk id="21" creationId="{7DAAEE54-F243-83E5-E4B8-75B99ED9E9CF}"/>
          </ac:spMkLst>
        </pc:spChg>
        <pc:spChg chg="mod">
          <ac:chgData name="Jonas Clein" userId="25b35d1e-ddd6-43e3-82be-e065862dc903" providerId="ADAL" clId="{BB0A05C4-CDBB-44B1-9480-98774532C6BF}" dt="2026-02-11T16:05:44.994" v="148" actId="207"/>
          <ac:spMkLst>
            <pc:docMk/>
            <pc:sldMk cId="3483613978" sldId="261"/>
            <ac:spMk id="22" creationId="{330F8F20-A99F-3480-6156-48C9A6AE62AD}"/>
          </ac:spMkLst>
        </pc:spChg>
        <pc:spChg chg="add mod">
          <ac:chgData name="Jonas Clein" userId="25b35d1e-ddd6-43e3-82be-e065862dc903" providerId="ADAL" clId="{BB0A05C4-CDBB-44B1-9480-98774532C6BF}" dt="2026-02-11T16:24:06.471" v="362" actId="1076"/>
          <ac:spMkLst>
            <pc:docMk/>
            <pc:sldMk cId="3483613978" sldId="261"/>
            <ac:spMk id="23" creationId="{09946B3B-3DAC-D625-708C-AC25CE4E1924}"/>
          </ac:spMkLst>
        </pc:spChg>
        <pc:spChg chg="mod">
          <ac:chgData name="Jonas Clein" userId="25b35d1e-ddd6-43e3-82be-e065862dc903" providerId="ADAL" clId="{BB0A05C4-CDBB-44B1-9480-98774532C6BF}" dt="2026-02-11T16:05:31.158" v="142" actId="207"/>
          <ac:spMkLst>
            <pc:docMk/>
            <pc:sldMk cId="3483613978" sldId="261"/>
            <ac:spMk id="24" creationId="{B18EF456-1B1A-0A57-F1BF-021C9E3A2C7A}"/>
          </ac:spMkLst>
        </pc:spChg>
        <pc:spChg chg="mod">
          <ac:chgData name="Jonas Clein" userId="25b35d1e-ddd6-43e3-82be-e065862dc903" providerId="ADAL" clId="{BB0A05C4-CDBB-44B1-9480-98774532C6BF}" dt="2026-02-11T16:05:47.337" v="149" actId="207"/>
          <ac:spMkLst>
            <pc:docMk/>
            <pc:sldMk cId="3483613978" sldId="261"/>
            <ac:spMk id="25" creationId="{7EE0E25B-D5A3-890D-4FB0-DD3E11C122AD}"/>
          </ac:spMkLst>
        </pc:spChg>
        <pc:spChg chg="mod">
          <ac:chgData name="Jonas Clein" userId="25b35d1e-ddd6-43e3-82be-e065862dc903" providerId="ADAL" clId="{BB0A05C4-CDBB-44B1-9480-98774532C6BF}" dt="2026-02-11T16:05:28.893" v="141" actId="207"/>
          <ac:spMkLst>
            <pc:docMk/>
            <pc:sldMk cId="3483613978" sldId="261"/>
            <ac:spMk id="26" creationId="{37546589-B616-9BC0-D435-698EF584CDA2}"/>
          </ac:spMkLst>
        </pc:spChg>
        <pc:spChg chg="mod">
          <ac:chgData name="Jonas Clein" userId="25b35d1e-ddd6-43e3-82be-e065862dc903" providerId="ADAL" clId="{BB0A05C4-CDBB-44B1-9480-98774532C6BF}" dt="2026-02-11T16:05:49.190" v="150" actId="207"/>
          <ac:spMkLst>
            <pc:docMk/>
            <pc:sldMk cId="3483613978" sldId="261"/>
            <ac:spMk id="27" creationId="{68908524-CBD2-F8DF-3FF2-52DBDAF07F16}"/>
          </ac:spMkLst>
        </pc:spChg>
        <pc:spChg chg="mod">
          <ac:chgData name="Jonas Clein" userId="25b35d1e-ddd6-43e3-82be-e065862dc903" providerId="ADAL" clId="{BB0A05C4-CDBB-44B1-9480-98774532C6BF}" dt="2026-02-11T16:05:24.052" v="140" actId="207"/>
          <ac:spMkLst>
            <pc:docMk/>
            <pc:sldMk cId="3483613978" sldId="261"/>
            <ac:spMk id="28" creationId="{2BF0E3B8-980E-4852-6C21-16B24725C0EA}"/>
          </ac:spMkLst>
        </pc:spChg>
        <pc:spChg chg="mod">
          <ac:chgData name="Jonas Clein" userId="25b35d1e-ddd6-43e3-82be-e065862dc903" providerId="ADAL" clId="{BB0A05C4-CDBB-44B1-9480-98774532C6BF}" dt="2026-02-11T16:05:52.085" v="151" actId="207"/>
          <ac:spMkLst>
            <pc:docMk/>
            <pc:sldMk cId="3483613978" sldId="261"/>
            <ac:spMk id="29" creationId="{0C0B1102-D2C8-A971-80F2-667386CAF260}"/>
          </ac:spMkLst>
        </pc:spChg>
        <pc:spChg chg="add mod">
          <ac:chgData name="Jonas Clein" userId="25b35d1e-ddd6-43e3-82be-e065862dc903" providerId="ADAL" clId="{BB0A05C4-CDBB-44B1-9480-98774532C6BF}" dt="2026-02-11T16:25:07.893" v="396" actId="20577"/>
          <ac:spMkLst>
            <pc:docMk/>
            <pc:sldMk cId="3483613978" sldId="261"/>
            <ac:spMk id="32" creationId="{92C2B348-3395-FD32-6A24-F2FC0A64E5AB}"/>
          </ac:spMkLst>
        </pc:spChg>
        <pc:spChg chg="add mod">
          <ac:chgData name="Jonas Clein" userId="25b35d1e-ddd6-43e3-82be-e065862dc903" providerId="ADAL" clId="{BB0A05C4-CDBB-44B1-9480-98774532C6BF}" dt="2026-02-11T16:39:27.423" v="776" actId="20577"/>
          <ac:spMkLst>
            <pc:docMk/>
            <pc:sldMk cId="3483613978" sldId="261"/>
            <ac:spMk id="34" creationId="{E7CE46E2-65B1-6271-6F37-58222A12805B}"/>
          </ac:spMkLst>
        </pc:spChg>
        <pc:spChg chg="add mod">
          <ac:chgData name="Jonas Clein" userId="25b35d1e-ddd6-43e3-82be-e065862dc903" providerId="ADAL" clId="{BB0A05C4-CDBB-44B1-9480-98774532C6BF}" dt="2026-02-11T16:26:14.010" v="446" actId="1076"/>
          <ac:spMkLst>
            <pc:docMk/>
            <pc:sldMk cId="3483613978" sldId="261"/>
            <ac:spMk id="40" creationId="{FF6A5BDF-577E-1E12-2CA2-EA9A1912F490}"/>
          </ac:spMkLst>
        </pc:spChg>
        <pc:spChg chg="add del mod">
          <ac:chgData name="Jonas Clein" userId="25b35d1e-ddd6-43e3-82be-e065862dc903" providerId="ADAL" clId="{BB0A05C4-CDBB-44B1-9480-98774532C6BF}" dt="2026-02-11T16:26:11.727" v="445" actId="478"/>
          <ac:spMkLst>
            <pc:docMk/>
            <pc:sldMk cId="3483613978" sldId="261"/>
            <ac:spMk id="41" creationId="{BBB450D1-7DDD-6FB3-2D37-3EA6FD03382E}"/>
          </ac:spMkLst>
        </pc:spChg>
        <pc:spChg chg="add mod">
          <ac:chgData name="Jonas Clein" userId="25b35d1e-ddd6-43e3-82be-e065862dc903" providerId="ADAL" clId="{BB0A05C4-CDBB-44B1-9480-98774532C6BF}" dt="2026-02-11T16:26:36.299" v="454" actId="20577"/>
          <ac:spMkLst>
            <pc:docMk/>
            <pc:sldMk cId="3483613978" sldId="261"/>
            <ac:spMk id="43" creationId="{580CDAE6-D76E-F26F-AD9C-5CB15044155D}"/>
          </ac:spMkLst>
        </pc:spChg>
      </pc:sldChg>
      <pc:sldChg chg="modSp mod">
        <pc:chgData name="Jonas Clein" userId="25b35d1e-ddd6-43e3-82be-e065862dc903" providerId="ADAL" clId="{BB0A05C4-CDBB-44B1-9480-98774532C6BF}" dt="2026-02-10T13:11:13.512" v="122" actId="1076"/>
        <pc:sldMkLst>
          <pc:docMk/>
          <pc:sldMk cId="2922723013" sldId="265"/>
        </pc:sldMkLst>
        <pc:spChg chg="mod">
          <ac:chgData name="Jonas Clein" userId="25b35d1e-ddd6-43e3-82be-e065862dc903" providerId="ADAL" clId="{BB0A05C4-CDBB-44B1-9480-98774532C6BF}" dt="2026-02-10T13:11:13.512" v="122" actId="1076"/>
          <ac:spMkLst>
            <pc:docMk/>
            <pc:sldMk cId="2922723013" sldId="265"/>
            <ac:spMk id="2" creationId="{BACEDE7C-4938-BCD0-0B05-D935AF63A752}"/>
          </ac:spMkLst>
        </pc:spChg>
        <pc:spChg chg="mod">
          <ac:chgData name="Jonas Clein" userId="25b35d1e-ddd6-43e3-82be-e065862dc903" providerId="ADAL" clId="{BB0A05C4-CDBB-44B1-9480-98774532C6BF}" dt="2026-02-10T13:09:09.759" v="101" actId="207"/>
          <ac:spMkLst>
            <pc:docMk/>
            <pc:sldMk cId="2922723013" sldId="265"/>
            <ac:spMk id="8" creationId="{BDED3019-122C-8957-BE97-606A7F8B4C13}"/>
          </ac:spMkLst>
        </pc:spChg>
        <pc:spChg chg="mod">
          <ac:chgData name="Jonas Clein" userId="25b35d1e-ddd6-43e3-82be-e065862dc903" providerId="ADAL" clId="{BB0A05C4-CDBB-44B1-9480-98774532C6BF}" dt="2026-02-10T13:10:51.068" v="118" actId="1076"/>
          <ac:spMkLst>
            <pc:docMk/>
            <pc:sldMk cId="2922723013" sldId="265"/>
            <ac:spMk id="9" creationId="{F9EEE8B3-97FE-06D4-68BB-B0EB74D5A920}"/>
          </ac:spMkLst>
        </pc:spChg>
        <pc:spChg chg="mod">
          <ac:chgData name="Jonas Clein" userId="25b35d1e-ddd6-43e3-82be-e065862dc903" providerId="ADAL" clId="{BB0A05C4-CDBB-44B1-9480-98774532C6BF}" dt="2026-02-10T13:10:40.501" v="116" actId="14100"/>
          <ac:spMkLst>
            <pc:docMk/>
            <pc:sldMk cId="2922723013" sldId="265"/>
            <ac:spMk id="10" creationId="{2BD7D46D-6621-F353-3509-DBEDB06FE963}"/>
          </ac:spMkLst>
        </pc:spChg>
        <pc:spChg chg="mod">
          <ac:chgData name="Jonas Clein" userId="25b35d1e-ddd6-43e3-82be-e065862dc903" providerId="ADAL" clId="{BB0A05C4-CDBB-44B1-9480-98774532C6BF}" dt="2026-02-10T13:10:53.908" v="119" actId="1076"/>
          <ac:spMkLst>
            <pc:docMk/>
            <pc:sldMk cId="2922723013" sldId="265"/>
            <ac:spMk id="11" creationId="{B5CF0158-5945-2B80-097D-6DB5DCF40C3A}"/>
          </ac:spMkLst>
        </pc:spChg>
        <pc:spChg chg="mod">
          <ac:chgData name="Jonas Clein" userId="25b35d1e-ddd6-43e3-82be-e065862dc903" providerId="ADAL" clId="{BB0A05C4-CDBB-44B1-9480-98774532C6BF}" dt="2026-02-10T13:10:56.645" v="120" actId="1076"/>
          <ac:spMkLst>
            <pc:docMk/>
            <pc:sldMk cId="2922723013" sldId="265"/>
            <ac:spMk id="13" creationId="{37E4B5DD-4EC0-88ED-3AF4-EA245DC742E5}"/>
          </ac:spMkLst>
        </pc:spChg>
      </pc:sldChg>
      <pc:sldChg chg="addSp delSp modSp new mod">
        <pc:chgData name="Jonas Clein" userId="25b35d1e-ddd6-43e3-82be-e065862dc903" providerId="ADAL" clId="{BB0A05C4-CDBB-44B1-9480-98774532C6BF}" dt="2026-02-10T13:11:48.923" v="125" actId="1076"/>
        <pc:sldMkLst>
          <pc:docMk/>
          <pc:sldMk cId="2597391254" sldId="266"/>
        </pc:sldMkLst>
        <pc:spChg chg="mod">
          <ac:chgData name="Jonas Clein" userId="25b35d1e-ddd6-43e3-82be-e065862dc903" providerId="ADAL" clId="{BB0A05C4-CDBB-44B1-9480-98774532C6BF}" dt="2026-02-10T13:07:57.951" v="97" actId="20577"/>
          <ac:spMkLst>
            <pc:docMk/>
            <pc:sldMk cId="2597391254" sldId="266"/>
            <ac:spMk id="3" creationId="{757F8190-A0AF-578B-EAA3-2189BCDE3C40}"/>
          </ac:spMkLst>
        </pc:spChg>
        <pc:spChg chg="add mod">
          <ac:chgData name="Jonas Clein" userId="25b35d1e-ddd6-43e3-82be-e065862dc903" providerId="ADAL" clId="{BB0A05C4-CDBB-44B1-9480-98774532C6BF}" dt="2026-02-10T13:11:48.923" v="125" actId="1076"/>
          <ac:spMkLst>
            <pc:docMk/>
            <pc:sldMk cId="2597391254" sldId="266"/>
            <ac:spMk id="4" creationId="{5E9AF398-63C8-F7D1-DFB8-444805A073C8}"/>
          </ac:spMkLst>
        </pc:spChg>
      </pc:sldChg>
      <pc:sldChg chg="addSp delSp modSp new mod">
        <pc:chgData name="Jonas Clein" userId="25b35d1e-ddd6-43e3-82be-e065862dc903" providerId="ADAL" clId="{BB0A05C4-CDBB-44B1-9480-98774532C6BF}" dt="2026-02-11T17:14:43.229" v="1899" actId="255"/>
        <pc:sldMkLst>
          <pc:docMk/>
          <pc:sldMk cId="2254201881" sldId="267"/>
        </pc:sldMkLst>
        <pc:spChg chg="add mod">
          <ac:chgData name="Jonas Clein" userId="25b35d1e-ddd6-43e3-82be-e065862dc903" providerId="ADAL" clId="{BB0A05C4-CDBB-44B1-9480-98774532C6BF}" dt="2026-02-11T17:14:43.229" v="1899" actId="255"/>
          <ac:spMkLst>
            <pc:docMk/>
            <pc:sldMk cId="2254201881" sldId="267"/>
            <ac:spMk id="4" creationId="{B81FEEEB-26D1-B624-122D-D458DA9D6725}"/>
          </ac:spMkLst>
        </pc:spChg>
        <pc:picChg chg="add mod">
          <ac:chgData name="Jonas Clein" userId="25b35d1e-ddd6-43e3-82be-e065862dc903" providerId="ADAL" clId="{BB0A05C4-CDBB-44B1-9480-98774532C6BF}" dt="2026-02-10T13:47:40.924" v="139" actId="26606"/>
          <ac:picMkLst>
            <pc:docMk/>
            <pc:sldMk cId="2254201881" sldId="267"/>
            <ac:picMk id="6" creationId="{C2543BF6-3D02-7F53-6AB9-8D7A8D2241D3}"/>
          </ac:picMkLst>
        </pc:picChg>
      </pc:sldChg>
      <pc:sldChg chg="addSp delSp modSp new mod">
        <pc:chgData name="Jonas Clein" userId="25b35d1e-ddd6-43e3-82be-e065862dc903" providerId="ADAL" clId="{BB0A05C4-CDBB-44B1-9480-98774532C6BF}" dt="2026-02-11T17:22:35.661" v="2041" actId="478"/>
        <pc:sldMkLst>
          <pc:docMk/>
          <pc:sldMk cId="2099109887" sldId="268"/>
        </pc:sldMkLst>
        <pc:spChg chg="del">
          <ac:chgData name="Jonas Clein" userId="25b35d1e-ddd6-43e3-82be-e065862dc903" providerId="ADAL" clId="{BB0A05C4-CDBB-44B1-9480-98774532C6BF}" dt="2026-02-11T17:17:19.542" v="1901" actId="478"/>
          <ac:spMkLst>
            <pc:docMk/>
            <pc:sldMk cId="2099109887" sldId="268"/>
            <ac:spMk id="2" creationId="{BDFB6A1B-007B-C342-24FC-6C8700F10776}"/>
          </ac:spMkLst>
        </pc:spChg>
        <pc:spChg chg="del">
          <ac:chgData name="Jonas Clein" userId="25b35d1e-ddd6-43e3-82be-e065862dc903" providerId="ADAL" clId="{BB0A05C4-CDBB-44B1-9480-98774532C6BF}" dt="2026-02-11T17:17:20.529" v="1902" actId="478"/>
          <ac:spMkLst>
            <pc:docMk/>
            <pc:sldMk cId="2099109887" sldId="268"/>
            <ac:spMk id="3" creationId="{1D6A46C6-1D80-88D1-058B-DF3DF1DE0192}"/>
          </ac:spMkLst>
        </pc:spChg>
        <pc:spChg chg="add mod">
          <ac:chgData name="Jonas Clein" userId="25b35d1e-ddd6-43e3-82be-e065862dc903" providerId="ADAL" clId="{BB0A05C4-CDBB-44B1-9480-98774532C6BF}" dt="2026-02-11T17:20:02.538" v="1917" actId="1076"/>
          <ac:spMkLst>
            <pc:docMk/>
            <pc:sldMk cId="2099109887" sldId="268"/>
            <ac:spMk id="5" creationId="{368F055E-2605-646E-EFCF-F3A5B261909B}"/>
          </ac:spMkLst>
        </pc:spChg>
        <pc:spChg chg="add mod">
          <ac:chgData name="Jonas Clein" userId="25b35d1e-ddd6-43e3-82be-e065862dc903" providerId="ADAL" clId="{BB0A05C4-CDBB-44B1-9480-98774532C6BF}" dt="2026-02-11T17:20:10.057" v="1922" actId="1076"/>
          <ac:spMkLst>
            <pc:docMk/>
            <pc:sldMk cId="2099109887" sldId="268"/>
            <ac:spMk id="6" creationId="{93E7D650-2D3A-F2AC-A6CA-3DD3FDF04CAF}"/>
          </ac:spMkLst>
        </pc:spChg>
        <pc:spChg chg="add mod">
          <ac:chgData name="Jonas Clein" userId="25b35d1e-ddd6-43e3-82be-e065862dc903" providerId="ADAL" clId="{BB0A05C4-CDBB-44B1-9480-98774532C6BF}" dt="2026-02-11T17:20:33.456" v="1953" actId="14100"/>
          <ac:spMkLst>
            <pc:docMk/>
            <pc:sldMk cId="2099109887" sldId="268"/>
            <ac:spMk id="7" creationId="{03EC9550-360C-4920-7EAA-9C0269997BE2}"/>
          </ac:spMkLst>
        </pc:spChg>
        <pc:spChg chg="add mod">
          <ac:chgData name="Jonas Clein" userId="25b35d1e-ddd6-43e3-82be-e065862dc903" providerId="ADAL" clId="{BB0A05C4-CDBB-44B1-9480-98774532C6BF}" dt="2026-02-11T17:20:50.516" v="1958" actId="20577"/>
          <ac:spMkLst>
            <pc:docMk/>
            <pc:sldMk cId="2099109887" sldId="268"/>
            <ac:spMk id="8" creationId="{998177C6-46AF-1097-9D42-E4819E0374A9}"/>
          </ac:spMkLst>
        </pc:spChg>
        <pc:spChg chg="add mod">
          <ac:chgData name="Jonas Clein" userId="25b35d1e-ddd6-43e3-82be-e065862dc903" providerId="ADAL" clId="{BB0A05C4-CDBB-44B1-9480-98774532C6BF}" dt="2026-02-11T17:21:04.277" v="1972" actId="1076"/>
          <ac:spMkLst>
            <pc:docMk/>
            <pc:sldMk cId="2099109887" sldId="268"/>
            <ac:spMk id="9" creationId="{D79D9984-2526-F1BB-5E10-AD7B2A03DDDE}"/>
          </ac:spMkLst>
        </pc:spChg>
        <pc:spChg chg="add mod">
          <ac:chgData name="Jonas Clein" userId="25b35d1e-ddd6-43e3-82be-e065862dc903" providerId="ADAL" clId="{BB0A05C4-CDBB-44B1-9480-98774532C6BF}" dt="2026-02-11T17:21:17.279" v="1981" actId="1076"/>
          <ac:spMkLst>
            <pc:docMk/>
            <pc:sldMk cId="2099109887" sldId="268"/>
            <ac:spMk id="10" creationId="{B11D4FBD-A323-E39B-712A-95DBA09C4F71}"/>
          </ac:spMkLst>
        </pc:spChg>
        <pc:spChg chg="add mod">
          <ac:chgData name="Jonas Clein" userId="25b35d1e-ddd6-43e3-82be-e065862dc903" providerId="ADAL" clId="{BB0A05C4-CDBB-44B1-9480-98774532C6BF}" dt="2026-02-11T17:21:27.641" v="1983" actId="1076"/>
          <ac:spMkLst>
            <pc:docMk/>
            <pc:sldMk cId="2099109887" sldId="268"/>
            <ac:spMk id="11" creationId="{8C804141-63D0-1313-E403-D689DB01C9B6}"/>
          </ac:spMkLst>
        </pc:spChg>
        <pc:spChg chg="add mod">
          <ac:chgData name="Jonas Clein" userId="25b35d1e-ddd6-43e3-82be-e065862dc903" providerId="ADAL" clId="{BB0A05C4-CDBB-44B1-9480-98774532C6BF}" dt="2026-02-11T17:21:32.024" v="1988" actId="20577"/>
          <ac:spMkLst>
            <pc:docMk/>
            <pc:sldMk cId="2099109887" sldId="268"/>
            <ac:spMk id="12" creationId="{E3CB524E-81E4-A84F-BF10-47423F5A7609}"/>
          </ac:spMkLst>
        </pc:spChg>
        <pc:spChg chg="add mod">
          <ac:chgData name="Jonas Clein" userId="25b35d1e-ddd6-43e3-82be-e065862dc903" providerId="ADAL" clId="{BB0A05C4-CDBB-44B1-9480-98774532C6BF}" dt="2026-02-11T17:21:44.560" v="1997" actId="1076"/>
          <ac:spMkLst>
            <pc:docMk/>
            <pc:sldMk cId="2099109887" sldId="268"/>
            <ac:spMk id="13" creationId="{DEA3F8EF-0082-CB15-01B1-4D3B60277DA9}"/>
          </ac:spMkLst>
        </pc:spChg>
        <pc:spChg chg="add mod">
          <ac:chgData name="Jonas Clein" userId="25b35d1e-ddd6-43e3-82be-e065862dc903" providerId="ADAL" clId="{BB0A05C4-CDBB-44B1-9480-98774532C6BF}" dt="2026-02-11T17:21:59.289" v="2004" actId="1076"/>
          <ac:spMkLst>
            <pc:docMk/>
            <pc:sldMk cId="2099109887" sldId="268"/>
            <ac:spMk id="14" creationId="{B496D7CF-CA8B-3C72-059C-A7F3F8A44A4D}"/>
          </ac:spMkLst>
        </pc:spChg>
        <pc:spChg chg="add del mod">
          <ac:chgData name="Jonas Clein" userId="25b35d1e-ddd6-43e3-82be-e065862dc903" providerId="ADAL" clId="{BB0A05C4-CDBB-44B1-9480-98774532C6BF}" dt="2026-02-11T17:22:35.661" v="2041" actId="478"/>
          <ac:spMkLst>
            <pc:docMk/>
            <pc:sldMk cId="2099109887" sldId="268"/>
            <ac:spMk id="15" creationId="{0F3C57C4-4EA8-5D4C-F07C-F8DCC55C73F6}"/>
          </ac:spMkLst>
        </pc:spChg>
        <pc:spChg chg="add mod">
          <ac:chgData name="Jonas Clein" userId="25b35d1e-ddd6-43e3-82be-e065862dc903" providerId="ADAL" clId="{BB0A05C4-CDBB-44B1-9480-98774532C6BF}" dt="2026-02-11T17:22:22.208" v="2029" actId="1076"/>
          <ac:spMkLst>
            <pc:docMk/>
            <pc:sldMk cId="2099109887" sldId="268"/>
            <ac:spMk id="16" creationId="{9A2F6F8C-951F-CA51-082D-1ED0822F53C5}"/>
          </ac:spMkLst>
        </pc:spChg>
        <pc:spChg chg="add mod">
          <ac:chgData name="Jonas Clein" userId="25b35d1e-ddd6-43e3-82be-e065862dc903" providerId="ADAL" clId="{BB0A05C4-CDBB-44B1-9480-98774532C6BF}" dt="2026-02-11T17:22:31.526" v="2040" actId="1076"/>
          <ac:spMkLst>
            <pc:docMk/>
            <pc:sldMk cId="2099109887" sldId="268"/>
            <ac:spMk id="17" creationId="{88501D36-A9B5-7C18-5871-91ED0E5C7E13}"/>
          </ac:spMkLst>
        </pc:spChg>
        <pc:graphicFrameChg chg="add del mod">
          <ac:chgData name="Jonas Clein" userId="25b35d1e-ddd6-43e3-82be-e065862dc903" providerId="ADAL" clId="{BB0A05C4-CDBB-44B1-9480-98774532C6BF}" dt="2026-02-11T17:17:33.082" v="1905" actId="478"/>
          <ac:graphicFrameMkLst>
            <pc:docMk/>
            <pc:sldMk cId="2099109887" sldId="268"/>
            <ac:graphicFrameMk id="4" creationId="{D0F37CF6-8DAE-B35E-A2C6-2F0C967AB2E6}"/>
          </ac:graphicFrameMkLst>
        </pc:graphicFrameChg>
        <pc:picChg chg="add del mod">
          <ac:chgData name="Jonas Clein" userId="25b35d1e-ddd6-43e3-82be-e065862dc903" providerId="ADAL" clId="{BB0A05C4-CDBB-44B1-9480-98774532C6BF}" dt="2026-02-11T17:17:33.082" v="1905" actId="478"/>
          <ac:picMkLst>
            <pc:docMk/>
            <pc:sldMk cId="2099109887" sldId="268"/>
            <ac:picMk id="1026" creationId="{B0234A1B-3BD0-E5BC-F8D8-FB8BD2765B2C}"/>
          </ac:picMkLst>
        </pc:picChg>
        <pc:picChg chg="add mod">
          <ac:chgData name="Jonas Clein" userId="25b35d1e-ddd6-43e3-82be-e065862dc903" providerId="ADAL" clId="{BB0A05C4-CDBB-44B1-9480-98774532C6BF}" dt="2026-02-11T17:17:40.942" v="1907" actId="26606"/>
          <ac:picMkLst>
            <pc:docMk/>
            <pc:sldMk cId="2099109887" sldId="268"/>
            <ac:picMk id="1028" creationId="{56BCE25A-32E0-1D09-0AFA-CBE8FD93E0E0}"/>
          </ac:picMkLst>
        </pc:picChg>
      </pc:sldChg>
    </pc:docChg>
  </pc:docChgLst>
  <pc:docChgLst>
    <pc:chgData name="lucas van Boxtel" userId="S::ljj.vanboxtel@student.avans.nl::7c4e9f8f-3c4a-493f-96e5-47f0a0f31c0c" providerId="AD" clId="Web-{885F42E6-76DD-5B0D-3F3A-C66FBFB32A59}"/>
    <pc:docChg chg="sldOrd">
      <pc:chgData name="lucas van Boxtel" userId="S::ljj.vanboxtel@student.avans.nl::7c4e9f8f-3c4a-493f-96e5-47f0a0f31c0c" providerId="AD" clId="Web-{885F42E6-76DD-5B0D-3F3A-C66FBFB32A59}" dt="2026-02-12T09:37:44.259" v="1"/>
      <pc:docMkLst>
        <pc:docMk/>
      </pc:docMkLst>
      <pc:sldChg chg="ord">
        <pc:chgData name="lucas van Boxtel" userId="S::ljj.vanboxtel@student.avans.nl::7c4e9f8f-3c4a-493f-96e5-47f0a0f31c0c" providerId="AD" clId="Web-{885F42E6-76DD-5B0D-3F3A-C66FBFB32A59}" dt="2026-02-12T09:37:44.259" v="1"/>
        <pc:sldMkLst>
          <pc:docMk/>
          <pc:sldMk cId="3090660423" sldId="264"/>
        </pc:sldMkLst>
      </pc:sldChg>
    </pc:docChg>
  </pc:docChgLst>
  <pc:docChgLst>
    <pc:chgData name="Jonas Clein" userId="S::jd.clein@student.avans.nl::25b35d1e-ddd6-43e3-82be-e065862dc903" providerId="AD" clId="Web-{8AAF23F6-81D5-309F-2CCC-FCF65A4A6F29}"/>
    <pc:docChg chg="modSld">
      <pc:chgData name="Jonas Clein" userId="S::jd.clein@student.avans.nl::25b35d1e-ddd6-43e3-82be-e065862dc903" providerId="AD" clId="Web-{8AAF23F6-81D5-309F-2CCC-FCF65A4A6F29}" dt="2026-02-11T17:24:23.792" v="0"/>
      <pc:docMkLst>
        <pc:docMk/>
      </pc:docMkLst>
      <pc:sldChg chg="modSp">
        <pc:chgData name="Jonas Clein" userId="S::jd.clein@student.avans.nl::25b35d1e-ddd6-43e3-82be-e065862dc903" providerId="AD" clId="Web-{8AAF23F6-81D5-309F-2CCC-FCF65A4A6F29}" dt="2026-02-11T17:24:23.792" v="0"/>
        <pc:sldMkLst>
          <pc:docMk/>
          <pc:sldMk cId="2068642671" sldId="263"/>
        </pc:sldMkLst>
        <pc:graphicFrameChg chg="modGraphic">
          <ac:chgData name="Jonas Clein" userId="S::jd.clein@student.avans.nl::25b35d1e-ddd6-43e3-82be-e065862dc903" providerId="AD" clId="Web-{8AAF23F6-81D5-309F-2CCC-FCF65A4A6F29}" dt="2026-02-11T17:24:23.792" v="0"/>
          <ac:graphicFrameMkLst>
            <pc:docMk/>
            <pc:sldMk cId="2068642671" sldId="263"/>
            <ac:graphicFrameMk id="3" creationId="{A268E146-024F-59F8-0AAF-E6DFB172323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25411-7C53-4C8A-9321-C8C41D2E05F5}" type="datetimeFigureOut">
              <a:rPr lang="nl-NL" smtClean="0"/>
              <a:t>12-2-2026</a:t>
            </a:fld>
            <a:endParaRPr lang="nl-NL"/>
          </a:p>
        </p:txBody>
      </p:sp>
      <p:sp>
        <p:nvSpPr>
          <p:cNvPr id="4" name="Tijdelijke aanduiding voor dia-afbeelding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6DFBD-D112-4AD4-A5AF-5978A0341E22}" type="slidenum">
              <a:rPr lang="nl-NL" smtClean="0"/>
              <a:t>‹#›</a:t>
            </a:fld>
            <a:endParaRPr lang="nl-NL"/>
          </a:p>
        </p:txBody>
      </p:sp>
    </p:spTree>
    <p:extLst>
      <p:ext uri="{BB962C8B-B14F-4D97-AF65-F5344CB8AC3E}">
        <p14:creationId xmlns:p14="http://schemas.microsoft.com/office/powerpoint/2010/main" val="214027693"/>
      </p:ext>
    </p:extLst>
  </p:cSld>
  <p:clrMap bg1="lt1" tx1="dk1" bg2="lt2" tx2="dk2" accent1="accent1" accent2="accent2" accent3="accent3" accent4="accent4" accent5="accent5" accent6="accent6" hlink="hlink" folHlink="folHlink"/>
  <p:notesStyle>
    <a:lvl1pPr marL="0" algn="l" defTabSz="1075334" rtl="0" eaLnBrk="1" latinLnBrk="0" hangingPunct="1">
      <a:defRPr sz="1411" kern="1200">
        <a:solidFill>
          <a:schemeClr val="tx1"/>
        </a:solidFill>
        <a:latin typeface="+mn-lt"/>
        <a:ea typeface="+mn-ea"/>
        <a:cs typeface="+mn-cs"/>
      </a:defRPr>
    </a:lvl1pPr>
    <a:lvl2pPr marL="537667" algn="l" defTabSz="1075334" rtl="0" eaLnBrk="1" latinLnBrk="0" hangingPunct="1">
      <a:defRPr sz="1411" kern="1200">
        <a:solidFill>
          <a:schemeClr val="tx1"/>
        </a:solidFill>
        <a:latin typeface="+mn-lt"/>
        <a:ea typeface="+mn-ea"/>
        <a:cs typeface="+mn-cs"/>
      </a:defRPr>
    </a:lvl2pPr>
    <a:lvl3pPr marL="1075334" algn="l" defTabSz="1075334" rtl="0" eaLnBrk="1" latinLnBrk="0" hangingPunct="1">
      <a:defRPr sz="1411" kern="1200">
        <a:solidFill>
          <a:schemeClr val="tx1"/>
        </a:solidFill>
        <a:latin typeface="+mn-lt"/>
        <a:ea typeface="+mn-ea"/>
        <a:cs typeface="+mn-cs"/>
      </a:defRPr>
    </a:lvl3pPr>
    <a:lvl4pPr marL="1613002" algn="l" defTabSz="1075334" rtl="0" eaLnBrk="1" latinLnBrk="0" hangingPunct="1">
      <a:defRPr sz="1411" kern="1200">
        <a:solidFill>
          <a:schemeClr val="tx1"/>
        </a:solidFill>
        <a:latin typeface="+mn-lt"/>
        <a:ea typeface="+mn-ea"/>
        <a:cs typeface="+mn-cs"/>
      </a:defRPr>
    </a:lvl4pPr>
    <a:lvl5pPr marL="2150669" algn="l" defTabSz="1075334" rtl="0" eaLnBrk="1" latinLnBrk="0" hangingPunct="1">
      <a:defRPr sz="1411" kern="1200">
        <a:solidFill>
          <a:schemeClr val="tx1"/>
        </a:solidFill>
        <a:latin typeface="+mn-lt"/>
        <a:ea typeface="+mn-ea"/>
        <a:cs typeface="+mn-cs"/>
      </a:defRPr>
    </a:lvl5pPr>
    <a:lvl6pPr marL="2688336" algn="l" defTabSz="1075334" rtl="0" eaLnBrk="1" latinLnBrk="0" hangingPunct="1">
      <a:defRPr sz="1411" kern="1200">
        <a:solidFill>
          <a:schemeClr val="tx1"/>
        </a:solidFill>
        <a:latin typeface="+mn-lt"/>
        <a:ea typeface="+mn-ea"/>
        <a:cs typeface="+mn-cs"/>
      </a:defRPr>
    </a:lvl6pPr>
    <a:lvl7pPr marL="3226003" algn="l" defTabSz="1075334" rtl="0" eaLnBrk="1" latinLnBrk="0" hangingPunct="1">
      <a:defRPr sz="1411" kern="1200">
        <a:solidFill>
          <a:schemeClr val="tx1"/>
        </a:solidFill>
        <a:latin typeface="+mn-lt"/>
        <a:ea typeface="+mn-ea"/>
        <a:cs typeface="+mn-cs"/>
      </a:defRPr>
    </a:lvl7pPr>
    <a:lvl8pPr marL="3763670" algn="l" defTabSz="1075334" rtl="0" eaLnBrk="1" latinLnBrk="0" hangingPunct="1">
      <a:defRPr sz="1411" kern="1200">
        <a:solidFill>
          <a:schemeClr val="tx1"/>
        </a:solidFill>
        <a:latin typeface="+mn-lt"/>
        <a:ea typeface="+mn-ea"/>
        <a:cs typeface="+mn-cs"/>
      </a:defRPr>
    </a:lvl8pPr>
    <a:lvl9pPr marL="4301338" algn="l" defTabSz="1075334" rtl="0" eaLnBrk="1" latinLnBrk="0" hangingPunct="1">
      <a:defRPr sz="14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285750" indent="-285750">
              <a:buFont typeface="Arial" panose="020B0604020202020204" pitchFamily="34" charset="0"/>
              <a:buChar char="•"/>
            </a:pPr>
            <a:r>
              <a:rPr lang="nl-NL"/>
              <a:t>EDR staat voor </a:t>
            </a:r>
            <a:r>
              <a:rPr lang="nl-NL" sz="1411" b="1" i="0" kern="1200" err="1">
                <a:solidFill>
                  <a:schemeClr val="tx1"/>
                </a:solidFill>
                <a:effectLst/>
                <a:latin typeface="+mn-lt"/>
                <a:ea typeface="+mn-ea"/>
                <a:cs typeface="+mn-cs"/>
              </a:rPr>
              <a:t>Endpoint</a:t>
            </a:r>
            <a:r>
              <a:rPr lang="nl-NL" sz="1411" b="1" i="0" kern="1200">
                <a:solidFill>
                  <a:schemeClr val="tx1"/>
                </a:solidFill>
                <a:effectLst/>
                <a:latin typeface="+mn-lt"/>
                <a:ea typeface="+mn-ea"/>
                <a:cs typeface="+mn-cs"/>
              </a:rPr>
              <a:t> </a:t>
            </a:r>
            <a:r>
              <a:rPr lang="nl-NL" sz="1411" b="1" i="0" kern="1200" err="1">
                <a:solidFill>
                  <a:schemeClr val="tx1"/>
                </a:solidFill>
                <a:effectLst/>
                <a:latin typeface="+mn-lt"/>
                <a:ea typeface="+mn-ea"/>
                <a:cs typeface="+mn-cs"/>
              </a:rPr>
              <a:t>Detection</a:t>
            </a:r>
            <a:r>
              <a:rPr lang="nl-NL" sz="1411" b="1" i="0" kern="1200">
                <a:solidFill>
                  <a:schemeClr val="tx1"/>
                </a:solidFill>
                <a:effectLst/>
                <a:latin typeface="+mn-lt"/>
                <a:ea typeface="+mn-ea"/>
                <a:cs typeface="+mn-cs"/>
              </a:rPr>
              <a:t> </a:t>
            </a:r>
            <a:r>
              <a:rPr lang="nl-NL" sz="1411" b="1" i="0" kern="1200" err="1">
                <a:solidFill>
                  <a:schemeClr val="tx1"/>
                </a:solidFill>
                <a:effectLst/>
                <a:latin typeface="+mn-lt"/>
                <a:ea typeface="+mn-ea"/>
                <a:cs typeface="+mn-cs"/>
              </a:rPr>
              <a:t>and</a:t>
            </a:r>
            <a:r>
              <a:rPr lang="nl-NL" sz="1411" b="1" i="0" kern="1200">
                <a:solidFill>
                  <a:schemeClr val="tx1"/>
                </a:solidFill>
                <a:effectLst/>
                <a:latin typeface="+mn-lt"/>
                <a:ea typeface="+mn-ea"/>
                <a:cs typeface="+mn-cs"/>
              </a:rPr>
              <a:t> Response</a:t>
            </a:r>
            <a:r>
              <a:rPr lang="nl-NL" sz="1411" b="0" i="0" kern="1200">
                <a:solidFill>
                  <a:schemeClr val="tx1"/>
                </a:solidFill>
                <a:effectLst/>
                <a:latin typeface="+mn-lt"/>
                <a:ea typeface="+mn-ea"/>
                <a:cs typeface="+mn-cs"/>
              </a:rPr>
              <a:t> (Eindpuntdetectie en -reactie). Het is </a:t>
            </a:r>
            <a:r>
              <a:rPr lang="nl-NL"/>
              <a:t>een geavanceerde vorm van cybersecuritysoftware die eindpunten (zoals laptops, </a:t>
            </a:r>
            <a:r>
              <a:rPr lang="nl-NL" err="1"/>
              <a:t>desktops</a:t>
            </a:r>
            <a:r>
              <a:rPr lang="nl-NL"/>
              <a:t>, servers en mobiele apparaten) continu in de gaten houdt om cyberdreigingen zoals </a:t>
            </a:r>
            <a:r>
              <a:rPr lang="nl-NL" err="1"/>
              <a:t>ransomware</a:t>
            </a:r>
            <a:r>
              <a:rPr lang="nl-NL"/>
              <a:t> en malware te detecteren, onderzoeken en automatisch te stoppen</a:t>
            </a:r>
            <a:r>
              <a:rPr lang="nl-NL" sz="1411" b="0" i="0" kern="1200">
                <a:solidFill>
                  <a:schemeClr val="tx1"/>
                </a:solidFill>
                <a:effectLst/>
                <a:latin typeface="+mn-lt"/>
                <a:ea typeface="+mn-ea"/>
                <a:cs typeface="+mn-cs"/>
              </a:rPr>
              <a:t>. </a:t>
            </a:r>
          </a:p>
          <a:p>
            <a:pPr marL="285750" indent="-285750">
              <a:buFont typeface="Arial" panose="020B0604020202020204" pitchFamily="34" charset="0"/>
              <a:buChar char="•"/>
            </a:pPr>
            <a:r>
              <a:rPr lang="nl-NL"/>
              <a:t>TLS/SSL-encryptie is een beveiligingsprotocol dat internetverbindingen versleutelt tussen een browser en server, waardoor gegevens zoals wachtwoorden en creditcardgegevens niet door derden kunnen worden onderschept of aangepast</a:t>
            </a:r>
            <a:r>
              <a:rPr lang="nl-NL" sz="1411" b="0" i="0" kern="1200">
                <a:solidFill>
                  <a:schemeClr val="tx1"/>
                </a:solidFill>
                <a:effectLst/>
                <a:latin typeface="+mn-lt"/>
                <a:ea typeface="+mn-ea"/>
                <a:cs typeface="+mn-cs"/>
              </a:rPr>
              <a:t>.</a:t>
            </a:r>
            <a:endParaRPr lang="nl-NL"/>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2</a:t>
            </a:fld>
            <a:endParaRPr lang="nl-NL"/>
          </a:p>
        </p:txBody>
      </p:sp>
    </p:spTree>
    <p:extLst>
      <p:ext uri="{BB962C8B-B14F-4D97-AF65-F5344CB8AC3E}">
        <p14:creationId xmlns:p14="http://schemas.microsoft.com/office/powerpoint/2010/main" val="318896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3</a:t>
            </a:fld>
            <a:endParaRPr lang="nl-NL"/>
          </a:p>
        </p:txBody>
      </p:sp>
    </p:spTree>
    <p:extLst>
      <p:ext uri="{BB962C8B-B14F-4D97-AF65-F5344CB8AC3E}">
        <p14:creationId xmlns:p14="http://schemas.microsoft.com/office/powerpoint/2010/main" val="176423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4</a:t>
            </a:fld>
            <a:endParaRPr lang="nl-NL"/>
          </a:p>
        </p:txBody>
      </p:sp>
    </p:spTree>
    <p:extLst>
      <p:ext uri="{BB962C8B-B14F-4D97-AF65-F5344CB8AC3E}">
        <p14:creationId xmlns:p14="http://schemas.microsoft.com/office/powerpoint/2010/main" val="1311136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b="1"/>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9</a:t>
            </a:fld>
            <a:endParaRPr lang="nl-NL"/>
          </a:p>
        </p:txBody>
      </p:sp>
    </p:spTree>
    <p:extLst>
      <p:ext uri="{BB962C8B-B14F-4D97-AF65-F5344CB8AC3E}">
        <p14:creationId xmlns:p14="http://schemas.microsoft.com/office/powerpoint/2010/main" val="3268263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C/I/A belang: 1 – 3 (1-laag, 2-middel, 3-hoog)</a:t>
            </a:r>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5</a:t>
            </a:fld>
            <a:endParaRPr lang="nl-NL"/>
          </a:p>
        </p:txBody>
      </p:sp>
    </p:spTree>
    <p:extLst>
      <p:ext uri="{BB962C8B-B14F-4D97-AF65-F5344CB8AC3E}">
        <p14:creationId xmlns:p14="http://schemas.microsoft.com/office/powerpoint/2010/main" val="414916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b="1"/>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11</a:t>
            </a:fld>
            <a:endParaRPr lang="nl-NL"/>
          </a:p>
        </p:txBody>
      </p:sp>
    </p:spTree>
    <p:extLst>
      <p:ext uri="{BB962C8B-B14F-4D97-AF65-F5344CB8AC3E}">
        <p14:creationId xmlns:p14="http://schemas.microsoft.com/office/powerpoint/2010/main" val="117930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nl-NL"/>
              <a:t>Klik om stijl te bewerken</a:t>
            </a:r>
            <a:endParaRPr lang="en-US"/>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nl-NL"/>
              <a:t>Klikken om de ondertitelstijl van het model te bewerken</a:t>
            </a:r>
            <a:endParaRPr lang="en-US"/>
          </a:p>
        </p:txBody>
      </p:sp>
      <p:sp>
        <p:nvSpPr>
          <p:cNvPr id="4" name="Date Placeholder 3"/>
          <p:cNvSpPr>
            <a:spLocks noGrp="1"/>
          </p:cNvSpPr>
          <p:nvPr>
            <p:ph type="dt" sz="half" idx="10"/>
          </p:nvPr>
        </p:nvSpPr>
        <p:spPr/>
        <p:txBody>
          <a:bodyPr/>
          <a:lstStyle/>
          <a:p>
            <a:fld id="{6D9A7AC5-E547-4324-B12E-BA37F9E96DE4}" type="datetimeFigureOut">
              <a:rPr lang="nl-NL" smtClean="0"/>
              <a:t>12-2-2026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412044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6D9A7AC5-E547-4324-B12E-BA37F9E96DE4}" type="datetimeFigureOut">
              <a:rPr lang="nl-NL" smtClean="0"/>
              <a:t>12-2-2026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355366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nl-NL"/>
              <a:t>Klik om stijl te bewerken</a:t>
            </a:r>
            <a:endParaRPr lang="en-US"/>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6D9A7AC5-E547-4324-B12E-BA37F9E96DE4}" type="datetimeFigureOut">
              <a:rPr lang="nl-NL" smtClean="0"/>
              <a:t>12-2-2026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2242300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sz="half" idx="1"/>
          </p:nvPr>
        </p:nvSpPr>
        <p:spPr>
          <a:xfrm>
            <a:off x="880110" y="2555875"/>
            <a:ext cx="5440680" cy="609187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6480810" y="2555875"/>
            <a:ext cx="5440680" cy="609187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fld id="{6D9A7AC5-E547-4324-B12E-BA37F9E96DE4}" type="datetimeFigureOut">
              <a:rPr lang="nl-NL" smtClean="0"/>
              <a:t>12-2-2026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22515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nl-NL"/>
              <a:t>Klik om stijl te bewerken</a:t>
            </a:r>
            <a:endParaRPr lang="en-US"/>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nl-NL"/>
              <a:t>Klikken om de tekststijl van het model te bewerken</a:t>
            </a:r>
          </a:p>
        </p:txBody>
      </p:sp>
      <p:sp>
        <p:nvSpPr>
          <p:cNvPr id="4" name="Content Placeholder 3"/>
          <p:cNvSpPr>
            <a:spLocks noGrp="1"/>
          </p:cNvSpPr>
          <p:nvPr>
            <p:ph sz="half" idx="2"/>
          </p:nvPr>
        </p:nvSpPr>
        <p:spPr>
          <a:xfrm>
            <a:off x="881779" y="3507105"/>
            <a:ext cx="5415676" cy="515842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nl-NL"/>
              <a:t>Klikken om de tekststijl van het model te bewerken</a:t>
            </a:r>
          </a:p>
        </p:txBody>
      </p:sp>
      <p:sp>
        <p:nvSpPr>
          <p:cNvPr id="6" name="Content Placeholder 5"/>
          <p:cNvSpPr>
            <a:spLocks noGrp="1"/>
          </p:cNvSpPr>
          <p:nvPr>
            <p:ph sz="quarter" idx="4"/>
          </p:nvPr>
        </p:nvSpPr>
        <p:spPr>
          <a:xfrm>
            <a:off x="6480811" y="3507105"/>
            <a:ext cx="5442347" cy="515842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fld id="{6D9A7AC5-E547-4324-B12E-BA37F9E96DE4}" type="datetimeFigureOut">
              <a:rPr lang="nl-NL" smtClean="0"/>
              <a:t>12-2-2026</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3121775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fld id="{6D9A7AC5-E547-4324-B12E-BA37F9E96DE4}" type="datetimeFigureOut">
              <a:rPr lang="nl-NL" smtClean="0"/>
              <a:t>12-2-2026</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2014461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9A7AC5-E547-4324-B12E-BA37F9E96DE4}" type="datetimeFigureOut">
              <a:rPr lang="nl-NL" smtClean="0"/>
              <a:t>12-2-2026</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002001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nl-NL"/>
              <a:t>Klik om stijl te bewerken</a:t>
            </a:r>
            <a:endParaRPr lang="en-US"/>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6D9A7AC5-E547-4324-B12E-BA37F9E96DE4}" type="datetimeFigureOut">
              <a:rPr lang="nl-NL" smtClean="0"/>
              <a:t>12-2-2026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28717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nl-NL"/>
              <a:t>Klik om stijl te bewerken</a:t>
            </a:r>
            <a:endParaRPr lang="en-US"/>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nl-NL"/>
              <a:t>Klik op het pictogram als u een afbeelding wilt toevoegen</a:t>
            </a:r>
            <a:endParaRPr lang="en-US"/>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6D9A7AC5-E547-4324-B12E-BA37F9E96DE4}" type="datetimeFigureOut">
              <a:rPr lang="nl-NL" smtClean="0"/>
              <a:t>12-2-2026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677721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6D9A7AC5-E547-4324-B12E-BA37F9E96DE4}" type="datetimeFigureOut">
              <a:rPr lang="nl-NL" smtClean="0"/>
              <a:t>12-2-2026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2391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nl-NL"/>
              <a:t>Klik om stijl te bewerken</a:t>
            </a:r>
            <a:endParaRPr lang="en-US"/>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fld id="{6D9A7AC5-E547-4324-B12E-BA37F9E96DE4}" type="datetimeFigureOut">
              <a:rPr lang="nl-NL" smtClean="0"/>
              <a:t>12-2-2026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454644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nl-NL"/>
              <a:t>Klik om stijl te bewerken</a:t>
            </a:r>
            <a:endParaRPr lang="en-US"/>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6D9A7AC5-E547-4324-B12E-BA37F9E96DE4}" type="datetimeFigureOut">
              <a:rPr lang="nl-NL" smtClean="0"/>
              <a:t>12-2-2026</a:t>
            </a:fld>
            <a:endParaRPr lang="nl-NL"/>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83A28757-A74E-47F0-A174-BFA60201612A}" type="slidenum">
              <a:rPr lang="nl-NL" smtClean="0"/>
              <a:t>‹#›</a:t>
            </a:fld>
            <a:endParaRPr lang="nl-NL"/>
          </a:p>
        </p:txBody>
      </p:sp>
      <p:pic>
        <p:nvPicPr>
          <p:cNvPr id="7" name="Afbeelding 6">
            <a:extLst>
              <a:ext uri="{FF2B5EF4-FFF2-40B4-BE49-F238E27FC236}">
                <a16:creationId xmlns:a16="http://schemas.microsoft.com/office/drawing/2014/main" id="{CC38591E-78FA-25F7-8161-E047FB0996EC}"/>
              </a:ext>
            </a:extLst>
          </p:cNvPr>
          <p:cNvPicPr>
            <a:picLocks/>
          </p:cNvPicPr>
          <p:nvPr userDrawn="1">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10542343" y="293914"/>
            <a:ext cx="2041396" cy="598077"/>
          </a:xfrm>
          <a:prstGeom prst="rect">
            <a:avLst/>
          </a:prstGeom>
        </p:spPr>
      </p:pic>
      <p:sp>
        <p:nvSpPr>
          <p:cNvPr id="8" name="Rechthoek 7">
            <a:extLst>
              <a:ext uri="{FF2B5EF4-FFF2-40B4-BE49-F238E27FC236}">
                <a16:creationId xmlns:a16="http://schemas.microsoft.com/office/drawing/2014/main" id="{EDB67B77-F588-CCB6-9E71-35059ADB7099}"/>
              </a:ext>
            </a:extLst>
          </p:cNvPr>
          <p:cNvSpPr/>
          <p:nvPr userDrawn="1"/>
        </p:nvSpPr>
        <p:spPr>
          <a:xfrm>
            <a:off x="0" y="0"/>
            <a:ext cx="12801600" cy="130629"/>
          </a:xfrm>
          <a:prstGeom prst="rect">
            <a:avLst/>
          </a:prstGeom>
          <a:solidFill>
            <a:srgbClr val="C7002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782729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57F8190-A0AF-578B-EAA3-2189BCDE3C40}"/>
              </a:ext>
            </a:extLst>
          </p:cNvPr>
          <p:cNvSpPr>
            <a:spLocks noGrp="1"/>
          </p:cNvSpPr>
          <p:nvPr>
            <p:ph type="subTitle" idx="1"/>
          </p:nvPr>
        </p:nvSpPr>
        <p:spPr>
          <a:xfrm>
            <a:off x="880110" y="1260124"/>
            <a:ext cx="9601200" cy="7729872"/>
          </a:xfrm>
        </p:spPr>
        <p:txBody>
          <a:bodyPr>
            <a:normAutofit/>
          </a:bodyPr>
          <a:lstStyle/>
          <a:p>
            <a:pPr algn="l"/>
            <a:r>
              <a:rPr lang="en-US" sz="3200" err="1"/>
              <a:t>Uitwerking</a:t>
            </a:r>
            <a:r>
              <a:rPr lang="en-US" sz="3200"/>
              <a:t> Casus:</a:t>
            </a:r>
          </a:p>
          <a:p>
            <a:pPr algn="l"/>
            <a:r>
              <a:rPr lang="nl-NL" sz="2000"/>
              <a:t>Een huisartsenpraktijk maakt voor de primaire zorgverlening gebruik van een </a:t>
            </a:r>
            <a:r>
              <a:rPr lang="nl-NL" sz="2000" b="1"/>
              <a:t>Elektronisch Patiënten Dossier (EPD)</a:t>
            </a:r>
            <a:r>
              <a:rPr lang="nl-NL" sz="2000"/>
              <a:t>. Dit systeem is cruciaal voor de dagelijkse bedrijfsvoering en bevat zeer gevoelige gegevens, waaronder </a:t>
            </a:r>
            <a:r>
              <a:rPr lang="nl-NL" sz="2000" b="1"/>
              <a:t>NAW-gegevens, BSN, medische historie, diagnoses en medicatievoorschriften.</a:t>
            </a:r>
          </a:p>
          <a:p>
            <a:pPr algn="l"/>
            <a:r>
              <a:rPr lang="nl-NL" sz="2000"/>
              <a:t>De applicatie betreft een </a:t>
            </a:r>
            <a:r>
              <a:rPr lang="nl-NL" sz="2000" b="1"/>
              <a:t>SaaS-oplossing (Cloud)</a:t>
            </a:r>
            <a:r>
              <a:rPr lang="nl-NL" sz="2000"/>
              <a:t>: de database en applicatieservers worden beheerd door een externe leverancier. De medewerkers van de praktijk (huisartsen en assistenten) benaderen het systeem via een webbrowser over het internet. De praktijk is hierdoor voor haar functioneren volledig afhankelijk van de beschikbaarheid van deze externe dienst en de lokale internetverbinding.</a:t>
            </a:r>
          </a:p>
          <a:p>
            <a:pPr algn="l"/>
            <a:r>
              <a:rPr lang="nl-NL" sz="3200"/>
              <a:t>Gemaakte Aannames:</a:t>
            </a:r>
          </a:p>
          <a:p>
            <a:pPr marL="457200" indent="-457200" algn="l">
              <a:buFont typeface="Arial" panose="020B0604020202020204" pitchFamily="34" charset="0"/>
              <a:buChar char="•"/>
            </a:pPr>
            <a:r>
              <a:rPr lang="nl-NL" sz="1800" b="1"/>
              <a:t>Lokale Infrastructuur:</a:t>
            </a:r>
            <a:r>
              <a:rPr lang="nl-NL" sz="1800"/>
              <a:t> Hoewel het EPD in de </a:t>
            </a:r>
            <a:r>
              <a:rPr lang="nl-NL" sz="1800" err="1"/>
              <a:t>cloud</a:t>
            </a:r>
            <a:r>
              <a:rPr lang="nl-NL" sz="1800"/>
              <a:t> draait, is de praktijk zelf verantwoordelijk voor de lokale apparatuur (laptops/</a:t>
            </a:r>
            <a:r>
              <a:rPr lang="nl-NL" sz="1800" err="1"/>
              <a:t>PC's</a:t>
            </a:r>
            <a:r>
              <a:rPr lang="nl-NL" sz="1800"/>
              <a:t>) en het lokale netwerk (wifi). </a:t>
            </a:r>
          </a:p>
          <a:p>
            <a:pPr marL="457200" indent="-457200" algn="l">
              <a:buFont typeface="Arial" panose="020B0604020202020204" pitchFamily="34" charset="0"/>
              <a:buChar char="•"/>
            </a:pPr>
            <a:r>
              <a:rPr lang="nl-NL" sz="1800" b="1"/>
              <a:t>Menselijke Factor:</a:t>
            </a:r>
            <a:r>
              <a:rPr lang="nl-NL" sz="1800"/>
              <a:t> Er zijn meerdere gebruikersaccounts met verschillende rechten (artsen en assistenten). Er wordt aangenomen dat de menselijke factor een zwakke schakel is, gezien de hoge risicoscores op </a:t>
            </a:r>
            <a:r>
              <a:rPr lang="nl-NL" sz="1800" b="1" err="1"/>
              <a:t>phishing</a:t>
            </a:r>
            <a:r>
              <a:rPr lang="nl-NL" sz="1800" b="1"/>
              <a:t>, zwakke wachtwoorden en </a:t>
            </a:r>
            <a:r>
              <a:rPr lang="nl-NL" sz="1800" b="1" err="1"/>
              <a:t>social</a:t>
            </a:r>
            <a:r>
              <a:rPr lang="nl-NL" sz="1800" b="1"/>
              <a:t> engineering</a:t>
            </a:r>
            <a:r>
              <a:rPr lang="nl-NL" sz="1800"/>
              <a:t>.</a:t>
            </a:r>
          </a:p>
          <a:p>
            <a:pPr marL="457200" indent="-457200" algn="l">
              <a:buFont typeface="Arial" panose="020B0604020202020204" pitchFamily="34" charset="0"/>
              <a:buChar char="•"/>
            </a:pPr>
            <a:r>
              <a:rPr lang="nl-NL" sz="1800" b="1"/>
              <a:t>Verantwoordelijkheid Leverancier:</a:t>
            </a:r>
            <a:r>
              <a:rPr lang="nl-NL" sz="1800"/>
              <a:t> De externe leverancier is verantwoordelijk voor de technische beveiliging van de servers, de back-ups van de database en bescherming tegen server-side aanvallen zoals DDoS.</a:t>
            </a:r>
          </a:p>
          <a:p>
            <a:pPr marL="457200" indent="-457200" algn="l">
              <a:buFont typeface="Arial" panose="020B0604020202020204" pitchFamily="34" charset="0"/>
              <a:buChar char="•"/>
            </a:pPr>
            <a:r>
              <a:rPr lang="nl-NL" sz="1800" b="1"/>
              <a:t>Juridisch:</a:t>
            </a:r>
            <a:r>
              <a:rPr lang="nl-NL" sz="1800"/>
              <a:t> Vanwege de verwerking van bijzondere persoonsgegevens (medische data &amp; BSN) is de impact bij een </a:t>
            </a:r>
            <a:r>
              <a:rPr lang="nl-NL" sz="1800" err="1"/>
              <a:t>datalek</a:t>
            </a:r>
            <a:r>
              <a:rPr lang="nl-NL" sz="1800"/>
              <a:t> maximaal (AVG-boetes, ernstige reputatieschade en verlies van vertrouwen).</a:t>
            </a:r>
          </a:p>
        </p:txBody>
      </p:sp>
      <p:sp>
        <p:nvSpPr>
          <p:cNvPr id="4" name="Titel 1">
            <a:extLst>
              <a:ext uri="{FF2B5EF4-FFF2-40B4-BE49-F238E27FC236}">
                <a16:creationId xmlns:a16="http://schemas.microsoft.com/office/drawing/2014/main" id="{5E9AF398-63C8-F7D1-DFB8-444805A073C8}"/>
              </a:ext>
            </a:extLst>
          </p:cNvPr>
          <p:cNvSpPr txBox="1">
            <a:spLocks/>
          </p:cNvSpPr>
          <p:nvPr/>
        </p:nvSpPr>
        <p:spPr>
          <a:xfrm>
            <a:off x="754982" y="611204"/>
            <a:ext cx="11041380" cy="701040"/>
          </a:xfrm>
          <a:prstGeom prst="rect">
            <a:avLst/>
          </a:prstGeom>
        </p:spPr>
        <p:txBody>
          <a:bodyPr vert="horz" lIns="91440" tIns="45720" rIns="91440" bIns="45720" rtlCol="0" anchor="b">
            <a:noAutofit/>
          </a:bodyPr>
          <a:lstStyle>
            <a:lvl1pPr algn="ctr" defTabSz="1280160" rtl="0" eaLnBrk="1" latinLnBrk="0" hangingPunct="1">
              <a:lnSpc>
                <a:spcPct val="90000"/>
              </a:lnSpc>
              <a:spcBef>
                <a:spcPct val="0"/>
              </a:spcBef>
              <a:buNone/>
              <a:defRPr sz="8400" kern="1200">
                <a:solidFill>
                  <a:schemeClr val="tx1"/>
                </a:solidFill>
                <a:latin typeface="+mj-lt"/>
                <a:ea typeface="+mj-ea"/>
                <a:cs typeface="+mj-cs"/>
              </a:defRPr>
            </a:lvl1pPr>
          </a:lstStyle>
          <a:p>
            <a:pPr algn="l"/>
            <a:r>
              <a:rPr lang="nl-NL" sz="5400" b="1"/>
              <a:t>Casus B + Aannames</a:t>
            </a:r>
          </a:p>
        </p:txBody>
      </p:sp>
    </p:spTree>
    <p:extLst>
      <p:ext uri="{BB962C8B-B14F-4D97-AF65-F5344CB8AC3E}">
        <p14:creationId xmlns:p14="http://schemas.microsoft.com/office/powerpoint/2010/main" val="2597391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CC5318B9-836D-0058-460B-D018D7B80608}"/>
              </a:ext>
            </a:extLst>
          </p:cNvPr>
          <p:cNvSpPr/>
          <p:nvPr/>
        </p:nvSpPr>
        <p:spPr>
          <a:xfrm>
            <a:off x="5667076" y="2156611"/>
            <a:ext cx="1467448" cy="722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a:t>EPD Systeem</a:t>
            </a:r>
          </a:p>
        </p:txBody>
      </p:sp>
      <p:cxnSp>
        <p:nvCxnSpPr>
          <p:cNvPr id="7" name="Rechte verbindingslijn 6">
            <a:extLst>
              <a:ext uri="{FF2B5EF4-FFF2-40B4-BE49-F238E27FC236}">
                <a16:creationId xmlns:a16="http://schemas.microsoft.com/office/drawing/2014/main" id="{641E400A-85B2-1AF6-79DB-8B4F71E4D870}"/>
              </a:ext>
            </a:extLst>
          </p:cNvPr>
          <p:cNvCxnSpPr>
            <a:cxnSpLocks/>
            <a:stCxn id="4" idx="2"/>
            <a:endCxn id="5" idx="10"/>
          </p:cNvCxnSpPr>
          <p:nvPr/>
        </p:nvCxnSpPr>
        <p:spPr>
          <a:xfrm>
            <a:off x="6400800" y="2878853"/>
            <a:ext cx="0" cy="1148265"/>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45768A74-F0F6-E04A-7A0A-D04FD9451724}"/>
              </a:ext>
            </a:extLst>
          </p:cNvPr>
          <p:cNvSpPr/>
          <p:nvPr/>
        </p:nvSpPr>
        <p:spPr>
          <a:xfrm>
            <a:off x="568540" y="132776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a:solidFill>
                  <a:schemeClr val="tx1"/>
                </a:solidFill>
              </a:rPr>
              <a:t>Bedreiging</a:t>
            </a:r>
          </a:p>
        </p:txBody>
      </p:sp>
      <p:sp>
        <p:nvSpPr>
          <p:cNvPr id="13" name="Rechthoek 12">
            <a:extLst>
              <a:ext uri="{FF2B5EF4-FFF2-40B4-BE49-F238E27FC236}">
                <a16:creationId xmlns:a16="http://schemas.microsoft.com/office/drawing/2014/main" id="{3C065792-9293-F819-4F90-36EA66D9D889}"/>
              </a:ext>
            </a:extLst>
          </p:cNvPr>
          <p:cNvSpPr/>
          <p:nvPr/>
        </p:nvSpPr>
        <p:spPr>
          <a:xfrm>
            <a:off x="10726037" y="132776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sz="1200">
                <a:solidFill>
                  <a:schemeClr val="bg1"/>
                </a:solidFill>
              </a:rPr>
              <a:t>Consequentie</a:t>
            </a:r>
          </a:p>
        </p:txBody>
      </p:sp>
      <p:sp>
        <p:nvSpPr>
          <p:cNvPr id="18" name="Rechthoek 17">
            <a:extLst>
              <a:ext uri="{FF2B5EF4-FFF2-40B4-BE49-F238E27FC236}">
                <a16:creationId xmlns:a16="http://schemas.microsoft.com/office/drawing/2014/main" id="{0FC9159E-6817-2E6F-C493-FCC40DCE6B65}"/>
              </a:ext>
            </a:extLst>
          </p:cNvPr>
          <p:cNvSpPr/>
          <p:nvPr/>
        </p:nvSpPr>
        <p:spPr>
          <a:xfrm>
            <a:off x="576197" y="2420432"/>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Malware/</a:t>
            </a:r>
            <a:r>
              <a:rPr lang="en-US" sz="1200" err="1">
                <a:solidFill>
                  <a:schemeClr val="tx1"/>
                </a:solidFill>
              </a:rPr>
              <a:t>Ransomeware</a:t>
            </a:r>
            <a:r>
              <a:rPr lang="en-US" sz="1200">
                <a:solidFill>
                  <a:schemeClr val="tx1"/>
                </a:solidFill>
              </a:rPr>
              <a:t> </a:t>
            </a:r>
            <a:r>
              <a:rPr lang="en-US" sz="1200" err="1">
                <a:solidFill>
                  <a:schemeClr val="tx1"/>
                </a:solidFill>
              </a:rPr>
              <a:t>infectie</a:t>
            </a:r>
            <a:endParaRPr lang="nl-NL" sz="1200">
              <a:solidFill>
                <a:schemeClr val="tx1"/>
              </a:solidFill>
            </a:endParaRPr>
          </a:p>
        </p:txBody>
      </p:sp>
      <p:sp>
        <p:nvSpPr>
          <p:cNvPr id="19" name="Rechthoek 18">
            <a:extLst>
              <a:ext uri="{FF2B5EF4-FFF2-40B4-BE49-F238E27FC236}">
                <a16:creationId xmlns:a16="http://schemas.microsoft.com/office/drawing/2014/main" id="{78690AE5-AD53-136D-77DC-54143458D6F1}"/>
              </a:ext>
            </a:extLst>
          </p:cNvPr>
          <p:cNvSpPr/>
          <p:nvPr/>
        </p:nvSpPr>
        <p:spPr>
          <a:xfrm>
            <a:off x="10726037" y="2420432"/>
            <a:ext cx="1578280" cy="92692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Foute </a:t>
            </a:r>
            <a:r>
              <a:rPr lang="en-US" sz="1200" err="1">
                <a:solidFill>
                  <a:schemeClr val="tx1"/>
                </a:solidFill>
              </a:rPr>
              <a:t>medische</a:t>
            </a:r>
            <a:r>
              <a:rPr lang="en-US" sz="1200">
                <a:solidFill>
                  <a:schemeClr val="tx1"/>
                </a:solidFill>
              </a:rPr>
              <a:t> </a:t>
            </a:r>
            <a:r>
              <a:rPr lang="en-US" sz="1200" err="1">
                <a:solidFill>
                  <a:schemeClr val="tx1"/>
                </a:solidFill>
              </a:rPr>
              <a:t>beslissingen</a:t>
            </a:r>
            <a:endParaRPr lang="nl-NL" sz="1200">
              <a:solidFill>
                <a:schemeClr val="tx1"/>
              </a:solidFill>
            </a:endParaRPr>
          </a:p>
        </p:txBody>
      </p:sp>
      <p:sp>
        <p:nvSpPr>
          <p:cNvPr id="21" name="Rechthoek 20">
            <a:extLst>
              <a:ext uri="{FF2B5EF4-FFF2-40B4-BE49-F238E27FC236}">
                <a16:creationId xmlns:a16="http://schemas.microsoft.com/office/drawing/2014/main" id="{7DAAEE54-F243-83E5-E4B8-75B99ED9E9CF}"/>
              </a:ext>
            </a:extLst>
          </p:cNvPr>
          <p:cNvSpPr/>
          <p:nvPr/>
        </p:nvSpPr>
        <p:spPr>
          <a:xfrm>
            <a:off x="576197" y="3513104"/>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Ongeautoriseerde</a:t>
            </a:r>
            <a:r>
              <a:rPr lang="en-US" sz="1200">
                <a:solidFill>
                  <a:schemeClr val="tx1"/>
                </a:solidFill>
              </a:rPr>
              <a:t> </a:t>
            </a:r>
            <a:r>
              <a:rPr lang="en-US" sz="1200" err="1">
                <a:solidFill>
                  <a:schemeClr val="tx1"/>
                </a:solidFill>
              </a:rPr>
              <a:t>wijzigingen</a:t>
            </a:r>
            <a:r>
              <a:rPr lang="en-US" sz="1200">
                <a:solidFill>
                  <a:schemeClr val="tx1"/>
                </a:solidFill>
              </a:rPr>
              <a:t> door </a:t>
            </a:r>
            <a:r>
              <a:rPr lang="en-US" sz="1200" err="1">
                <a:solidFill>
                  <a:schemeClr val="tx1"/>
                </a:solidFill>
              </a:rPr>
              <a:t>medewerkers</a:t>
            </a:r>
            <a:endParaRPr lang="nl-NL" sz="1200">
              <a:solidFill>
                <a:schemeClr val="tx1"/>
              </a:solidFill>
            </a:endParaRPr>
          </a:p>
        </p:txBody>
      </p:sp>
      <p:sp>
        <p:nvSpPr>
          <p:cNvPr id="22" name="Rechthoek 21">
            <a:extLst>
              <a:ext uri="{FF2B5EF4-FFF2-40B4-BE49-F238E27FC236}">
                <a16:creationId xmlns:a16="http://schemas.microsoft.com/office/drawing/2014/main" id="{330F8F20-A99F-3480-6156-48C9A6AE62AD}"/>
              </a:ext>
            </a:extLst>
          </p:cNvPr>
          <p:cNvSpPr/>
          <p:nvPr/>
        </p:nvSpPr>
        <p:spPr>
          <a:xfrm>
            <a:off x="10726037" y="3513104"/>
            <a:ext cx="1578280" cy="92692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Patientveiligheid</a:t>
            </a:r>
            <a:r>
              <a:rPr lang="en-US" sz="1200">
                <a:solidFill>
                  <a:schemeClr val="tx1"/>
                </a:solidFill>
              </a:rPr>
              <a:t> in </a:t>
            </a:r>
            <a:r>
              <a:rPr lang="en-US" sz="1200" err="1">
                <a:solidFill>
                  <a:schemeClr val="tx1"/>
                </a:solidFill>
              </a:rPr>
              <a:t>gevaar</a:t>
            </a:r>
            <a:endParaRPr lang="nl-NL" sz="1200">
              <a:solidFill>
                <a:schemeClr val="tx1"/>
              </a:solidFill>
            </a:endParaRPr>
          </a:p>
        </p:txBody>
      </p:sp>
      <p:sp>
        <p:nvSpPr>
          <p:cNvPr id="24" name="Rechthoek 23">
            <a:extLst>
              <a:ext uri="{FF2B5EF4-FFF2-40B4-BE49-F238E27FC236}">
                <a16:creationId xmlns:a16="http://schemas.microsoft.com/office/drawing/2014/main" id="{B18EF456-1B1A-0A57-F1BF-021C9E3A2C7A}"/>
              </a:ext>
            </a:extLst>
          </p:cNvPr>
          <p:cNvSpPr/>
          <p:nvPr/>
        </p:nvSpPr>
        <p:spPr>
          <a:xfrm>
            <a:off x="576197" y="4605776"/>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Software bugs</a:t>
            </a:r>
            <a:endParaRPr lang="nl-NL" sz="1200">
              <a:solidFill>
                <a:schemeClr val="tx1"/>
              </a:solidFill>
            </a:endParaRPr>
          </a:p>
        </p:txBody>
      </p:sp>
      <p:sp>
        <p:nvSpPr>
          <p:cNvPr id="25" name="Rechthoek 24">
            <a:extLst>
              <a:ext uri="{FF2B5EF4-FFF2-40B4-BE49-F238E27FC236}">
                <a16:creationId xmlns:a16="http://schemas.microsoft.com/office/drawing/2014/main" id="{7EE0E25B-D5A3-890D-4FB0-DD3E11C122AD}"/>
              </a:ext>
            </a:extLst>
          </p:cNvPr>
          <p:cNvSpPr/>
          <p:nvPr/>
        </p:nvSpPr>
        <p:spPr>
          <a:xfrm>
            <a:off x="10726037" y="4605776"/>
            <a:ext cx="1578280" cy="92692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Juridische</a:t>
            </a:r>
            <a:r>
              <a:rPr lang="en-US" sz="1200">
                <a:solidFill>
                  <a:schemeClr val="tx1"/>
                </a:solidFill>
              </a:rPr>
              <a:t> </a:t>
            </a:r>
            <a:r>
              <a:rPr lang="en-US" sz="1200" err="1">
                <a:solidFill>
                  <a:schemeClr val="tx1"/>
                </a:solidFill>
              </a:rPr>
              <a:t>aansprakeleikheid</a:t>
            </a:r>
            <a:endParaRPr lang="nl-NL" sz="1200">
              <a:solidFill>
                <a:schemeClr val="tx1"/>
              </a:solidFill>
            </a:endParaRPr>
          </a:p>
        </p:txBody>
      </p:sp>
      <p:sp>
        <p:nvSpPr>
          <p:cNvPr id="26" name="Rechthoek 25">
            <a:extLst>
              <a:ext uri="{FF2B5EF4-FFF2-40B4-BE49-F238E27FC236}">
                <a16:creationId xmlns:a16="http://schemas.microsoft.com/office/drawing/2014/main" id="{37546589-B616-9BC0-D435-698EF584CDA2}"/>
              </a:ext>
            </a:extLst>
          </p:cNvPr>
          <p:cNvSpPr/>
          <p:nvPr/>
        </p:nvSpPr>
        <p:spPr>
          <a:xfrm>
            <a:off x="576197" y="5698448"/>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Man-in-the-middle </a:t>
            </a:r>
            <a:r>
              <a:rPr lang="en-US" sz="1200" err="1">
                <a:solidFill>
                  <a:schemeClr val="tx1"/>
                </a:solidFill>
              </a:rPr>
              <a:t>aanval</a:t>
            </a:r>
            <a:endParaRPr lang="nl-NL" sz="1200">
              <a:solidFill>
                <a:schemeClr val="tx1"/>
              </a:solidFill>
            </a:endParaRPr>
          </a:p>
        </p:txBody>
      </p:sp>
      <p:sp>
        <p:nvSpPr>
          <p:cNvPr id="27" name="Rechthoek 26">
            <a:extLst>
              <a:ext uri="{FF2B5EF4-FFF2-40B4-BE49-F238E27FC236}">
                <a16:creationId xmlns:a16="http://schemas.microsoft.com/office/drawing/2014/main" id="{68908524-CBD2-F8DF-3FF2-52DBDAF07F16}"/>
              </a:ext>
            </a:extLst>
          </p:cNvPr>
          <p:cNvSpPr/>
          <p:nvPr/>
        </p:nvSpPr>
        <p:spPr>
          <a:xfrm>
            <a:off x="10726037" y="5698448"/>
            <a:ext cx="1578280" cy="92692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Verlies</a:t>
            </a:r>
            <a:r>
              <a:rPr lang="en-US" sz="1200">
                <a:solidFill>
                  <a:schemeClr val="tx1"/>
                </a:solidFill>
              </a:rPr>
              <a:t> van </a:t>
            </a:r>
            <a:r>
              <a:rPr lang="en-US" sz="1200" err="1">
                <a:solidFill>
                  <a:schemeClr val="tx1"/>
                </a:solidFill>
              </a:rPr>
              <a:t>vertrouwen</a:t>
            </a:r>
            <a:endParaRPr lang="nl-NL" sz="1200">
              <a:solidFill>
                <a:schemeClr val="tx1"/>
              </a:solidFill>
            </a:endParaRPr>
          </a:p>
        </p:txBody>
      </p:sp>
      <p:sp>
        <p:nvSpPr>
          <p:cNvPr id="28" name="Rechthoek 27">
            <a:extLst>
              <a:ext uri="{FF2B5EF4-FFF2-40B4-BE49-F238E27FC236}">
                <a16:creationId xmlns:a16="http://schemas.microsoft.com/office/drawing/2014/main" id="{2BF0E3B8-980E-4852-6C21-16B24725C0EA}"/>
              </a:ext>
            </a:extLst>
          </p:cNvPr>
          <p:cNvSpPr/>
          <p:nvPr/>
        </p:nvSpPr>
        <p:spPr>
          <a:xfrm>
            <a:off x="576197" y="679112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Onjuiste</a:t>
            </a:r>
            <a:r>
              <a:rPr lang="en-US" sz="1200">
                <a:solidFill>
                  <a:schemeClr val="tx1"/>
                </a:solidFill>
              </a:rPr>
              <a:t> data </a:t>
            </a:r>
            <a:r>
              <a:rPr lang="en-US" sz="1200" err="1">
                <a:solidFill>
                  <a:schemeClr val="tx1"/>
                </a:solidFill>
              </a:rPr>
              <a:t>synchronisatie</a:t>
            </a:r>
            <a:endParaRPr lang="nl-NL" sz="1200">
              <a:solidFill>
                <a:schemeClr val="tx1"/>
              </a:solidFill>
            </a:endParaRPr>
          </a:p>
        </p:txBody>
      </p:sp>
      <p:sp>
        <p:nvSpPr>
          <p:cNvPr id="29" name="Rechthoek 28">
            <a:extLst>
              <a:ext uri="{FF2B5EF4-FFF2-40B4-BE49-F238E27FC236}">
                <a16:creationId xmlns:a16="http://schemas.microsoft.com/office/drawing/2014/main" id="{0C0B1102-D2C8-A971-80F2-667386CAF260}"/>
              </a:ext>
            </a:extLst>
          </p:cNvPr>
          <p:cNvSpPr/>
          <p:nvPr/>
        </p:nvSpPr>
        <p:spPr>
          <a:xfrm>
            <a:off x="10726037" y="6791120"/>
            <a:ext cx="1578280" cy="92692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Sancties</a:t>
            </a:r>
            <a:r>
              <a:rPr lang="en-US" sz="1200">
                <a:solidFill>
                  <a:schemeClr val="tx1"/>
                </a:solidFill>
              </a:rPr>
              <a:t>/</a:t>
            </a:r>
            <a:r>
              <a:rPr lang="en-US" sz="1200" err="1">
                <a:solidFill>
                  <a:schemeClr val="tx1"/>
                </a:solidFill>
              </a:rPr>
              <a:t>boetes</a:t>
            </a:r>
            <a:endParaRPr lang="nl-NL" sz="1200">
              <a:solidFill>
                <a:schemeClr val="tx1"/>
              </a:solidFill>
            </a:endParaRPr>
          </a:p>
        </p:txBody>
      </p:sp>
      <p:sp>
        <p:nvSpPr>
          <p:cNvPr id="30" name="Rechthoek 29">
            <a:extLst>
              <a:ext uri="{FF2B5EF4-FFF2-40B4-BE49-F238E27FC236}">
                <a16:creationId xmlns:a16="http://schemas.microsoft.com/office/drawing/2014/main" id="{252FEF4B-7C6E-3846-82FD-1E9D9C017927}"/>
              </a:ext>
            </a:extLst>
          </p:cNvPr>
          <p:cNvSpPr/>
          <p:nvPr/>
        </p:nvSpPr>
        <p:spPr>
          <a:xfrm>
            <a:off x="576197" y="788379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1" name="Rechthoek 30">
            <a:extLst>
              <a:ext uri="{FF2B5EF4-FFF2-40B4-BE49-F238E27FC236}">
                <a16:creationId xmlns:a16="http://schemas.microsoft.com/office/drawing/2014/main" id="{D4F7ECBE-4D8E-AFE7-F063-9D4C7177BEA1}"/>
              </a:ext>
            </a:extLst>
          </p:cNvPr>
          <p:cNvSpPr/>
          <p:nvPr/>
        </p:nvSpPr>
        <p:spPr>
          <a:xfrm>
            <a:off x="10726037" y="788379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cxnSp>
        <p:nvCxnSpPr>
          <p:cNvPr id="33" name="Rechte verbindingslijn 32">
            <a:extLst>
              <a:ext uri="{FF2B5EF4-FFF2-40B4-BE49-F238E27FC236}">
                <a16:creationId xmlns:a16="http://schemas.microsoft.com/office/drawing/2014/main" id="{81B384F8-2105-EDA1-001E-317331D47302}"/>
              </a:ext>
            </a:extLst>
          </p:cNvPr>
          <p:cNvCxnSpPr>
            <a:stCxn id="8" idx="3"/>
          </p:cNvCxnSpPr>
          <p:nvPr/>
        </p:nvCxnSpPr>
        <p:spPr>
          <a:xfrm>
            <a:off x="2146820" y="179122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AC71937-9C51-DB92-B6D7-565DC80656E7}"/>
              </a:ext>
            </a:extLst>
          </p:cNvPr>
          <p:cNvCxnSpPr>
            <a:cxnSpLocks/>
          </p:cNvCxnSpPr>
          <p:nvPr/>
        </p:nvCxnSpPr>
        <p:spPr>
          <a:xfrm>
            <a:off x="5115298" y="1798320"/>
            <a:ext cx="1285500" cy="2901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4407EE16-2BE0-0C55-D20B-74C918B0573B}"/>
              </a:ext>
            </a:extLst>
          </p:cNvPr>
          <p:cNvCxnSpPr/>
          <p:nvPr/>
        </p:nvCxnSpPr>
        <p:spPr>
          <a:xfrm>
            <a:off x="2154477" y="287885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CAB54FC-C8B1-AC29-A6C5-B0882B61A894}"/>
              </a:ext>
            </a:extLst>
          </p:cNvPr>
          <p:cNvCxnSpPr/>
          <p:nvPr/>
        </p:nvCxnSpPr>
        <p:spPr>
          <a:xfrm>
            <a:off x="2154477" y="3976567"/>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8B654201-20AF-6286-046E-1E40FA5D8C4D}"/>
              </a:ext>
            </a:extLst>
          </p:cNvPr>
          <p:cNvCxnSpPr/>
          <p:nvPr/>
        </p:nvCxnSpPr>
        <p:spPr>
          <a:xfrm>
            <a:off x="2154477" y="5062142"/>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Rechte verbindingslijn 38">
            <a:extLst>
              <a:ext uri="{FF2B5EF4-FFF2-40B4-BE49-F238E27FC236}">
                <a16:creationId xmlns:a16="http://schemas.microsoft.com/office/drawing/2014/main" id="{4DC61700-536C-7D6B-9714-AB06CC3F9DD0}"/>
              </a:ext>
            </a:extLst>
          </p:cNvPr>
          <p:cNvCxnSpPr>
            <a:cxnSpLocks/>
            <a:endCxn id="13" idx="1"/>
          </p:cNvCxnSpPr>
          <p:nvPr/>
        </p:nvCxnSpPr>
        <p:spPr>
          <a:xfrm>
            <a:off x="7665722" y="1791223"/>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D4E83FE4-E24C-29CA-7225-1001B9871039}"/>
              </a:ext>
            </a:extLst>
          </p:cNvPr>
          <p:cNvCxnSpPr>
            <a:cxnSpLocks/>
          </p:cNvCxnSpPr>
          <p:nvPr/>
        </p:nvCxnSpPr>
        <p:spPr>
          <a:xfrm flipH="1">
            <a:off x="6438935" y="1798320"/>
            <a:ext cx="1226785" cy="2941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E4BD0E54-F7C0-90E7-CD8D-CC071516653B}"/>
              </a:ext>
            </a:extLst>
          </p:cNvPr>
          <p:cNvCxnSpPr>
            <a:cxnSpLocks/>
          </p:cNvCxnSpPr>
          <p:nvPr/>
        </p:nvCxnSpPr>
        <p:spPr>
          <a:xfrm>
            <a:off x="7665722" y="2885950"/>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0C508631-E18E-F517-C327-3F0E1986CC22}"/>
              </a:ext>
            </a:extLst>
          </p:cNvPr>
          <p:cNvCxnSpPr>
            <a:cxnSpLocks/>
          </p:cNvCxnSpPr>
          <p:nvPr/>
        </p:nvCxnSpPr>
        <p:spPr>
          <a:xfrm>
            <a:off x="7665722" y="3976567"/>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Rechte verbindingslijn 46">
            <a:extLst>
              <a:ext uri="{FF2B5EF4-FFF2-40B4-BE49-F238E27FC236}">
                <a16:creationId xmlns:a16="http://schemas.microsoft.com/office/drawing/2014/main" id="{179DD9C0-F26A-2E63-D40F-A6E2F276F77A}"/>
              </a:ext>
            </a:extLst>
          </p:cNvPr>
          <p:cNvCxnSpPr>
            <a:cxnSpLocks/>
          </p:cNvCxnSpPr>
          <p:nvPr/>
        </p:nvCxnSpPr>
        <p:spPr>
          <a:xfrm>
            <a:off x="7665722" y="5062142"/>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Rechte verbindingslijn 47">
            <a:extLst>
              <a:ext uri="{FF2B5EF4-FFF2-40B4-BE49-F238E27FC236}">
                <a16:creationId xmlns:a16="http://schemas.microsoft.com/office/drawing/2014/main" id="{5A45DD5F-4EA2-895C-9AF3-A5D4F0D0AE7C}"/>
              </a:ext>
            </a:extLst>
          </p:cNvPr>
          <p:cNvCxnSpPr/>
          <p:nvPr/>
        </p:nvCxnSpPr>
        <p:spPr>
          <a:xfrm>
            <a:off x="2154477" y="6154814"/>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Rechte verbindingslijn 48">
            <a:extLst>
              <a:ext uri="{FF2B5EF4-FFF2-40B4-BE49-F238E27FC236}">
                <a16:creationId xmlns:a16="http://schemas.microsoft.com/office/drawing/2014/main" id="{2C334F77-9B9B-B294-BEDE-9F7E317923E1}"/>
              </a:ext>
            </a:extLst>
          </p:cNvPr>
          <p:cNvCxnSpPr>
            <a:cxnSpLocks/>
          </p:cNvCxnSpPr>
          <p:nvPr/>
        </p:nvCxnSpPr>
        <p:spPr>
          <a:xfrm>
            <a:off x="7665722" y="6154814"/>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5BFB9B04-27A7-7860-10E7-7DEC1EF8F86A}"/>
              </a:ext>
            </a:extLst>
          </p:cNvPr>
          <p:cNvCxnSpPr/>
          <p:nvPr/>
        </p:nvCxnSpPr>
        <p:spPr>
          <a:xfrm>
            <a:off x="2154477" y="7240389"/>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8DB1904F-989C-095A-2A3C-7E3D39D955FD}"/>
              </a:ext>
            </a:extLst>
          </p:cNvPr>
          <p:cNvCxnSpPr>
            <a:cxnSpLocks/>
          </p:cNvCxnSpPr>
          <p:nvPr/>
        </p:nvCxnSpPr>
        <p:spPr>
          <a:xfrm>
            <a:off x="7665722" y="7240389"/>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D90562D-BDF1-BF22-6D42-8AC176EE304C}"/>
              </a:ext>
            </a:extLst>
          </p:cNvPr>
          <p:cNvCxnSpPr/>
          <p:nvPr/>
        </p:nvCxnSpPr>
        <p:spPr>
          <a:xfrm>
            <a:off x="2154477" y="8322415"/>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AB9EEC4-3519-0EFA-E880-A919CF8F3706}"/>
              </a:ext>
            </a:extLst>
          </p:cNvPr>
          <p:cNvCxnSpPr>
            <a:cxnSpLocks/>
          </p:cNvCxnSpPr>
          <p:nvPr/>
        </p:nvCxnSpPr>
        <p:spPr>
          <a:xfrm>
            <a:off x="7665722" y="8322415"/>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2F7BEAB5-6313-EA04-AE20-31F104A58079}"/>
              </a:ext>
            </a:extLst>
          </p:cNvPr>
          <p:cNvCxnSpPr>
            <a:cxnSpLocks/>
          </p:cNvCxnSpPr>
          <p:nvPr/>
        </p:nvCxnSpPr>
        <p:spPr>
          <a:xfrm>
            <a:off x="5115301" y="2885950"/>
            <a:ext cx="1323637" cy="1966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7C927640-9397-A493-96E6-911BDADE7B31}"/>
              </a:ext>
            </a:extLst>
          </p:cNvPr>
          <p:cNvCxnSpPr>
            <a:cxnSpLocks/>
          </p:cNvCxnSpPr>
          <p:nvPr/>
        </p:nvCxnSpPr>
        <p:spPr>
          <a:xfrm>
            <a:off x="5135878" y="3990761"/>
            <a:ext cx="1226785" cy="797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Rechte verbindingslijn 63">
            <a:extLst>
              <a:ext uri="{FF2B5EF4-FFF2-40B4-BE49-F238E27FC236}">
                <a16:creationId xmlns:a16="http://schemas.microsoft.com/office/drawing/2014/main" id="{9386EC04-DA7D-9363-E1E2-25839E57DB6C}"/>
              </a:ext>
            </a:extLst>
          </p:cNvPr>
          <p:cNvCxnSpPr/>
          <p:nvPr/>
        </p:nvCxnSpPr>
        <p:spPr>
          <a:xfrm flipV="1">
            <a:off x="5135880" y="4739640"/>
            <a:ext cx="1303058" cy="322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Rechte verbindingslijn 66">
            <a:extLst>
              <a:ext uri="{FF2B5EF4-FFF2-40B4-BE49-F238E27FC236}">
                <a16:creationId xmlns:a16="http://schemas.microsoft.com/office/drawing/2014/main" id="{803DFEFA-757F-991E-9FD3-A81F99744B89}"/>
              </a:ext>
            </a:extLst>
          </p:cNvPr>
          <p:cNvCxnSpPr/>
          <p:nvPr/>
        </p:nvCxnSpPr>
        <p:spPr>
          <a:xfrm flipV="1">
            <a:off x="5135878" y="4699676"/>
            <a:ext cx="1226785" cy="1462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A96B85ED-1B97-2C1F-566A-4F9A3EA92D5A}"/>
              </a:ext>
            </a:extLst>
          </p:cNvPr>
          <p:cNvCxnSpPr/>
          <p:nvPr/>
        </p:nvCxnSpPr>
        <p:spPr>
          <a:xfrm flipV="1">
            <a:off x="5135876" y="4736033"/>
            <a:ext cx="1247364" cy="2511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0887B23D-2EB7-7254-30BD-903F263712C9}"/>
              </a:ext>
            </a:extLst>
          </p:cNvPr>
          <p:cNvCxnSpPr/>
          <p:nvPr/>
        </p:nvCxnSpPr>
        <p:spPr>
          <a:xfrm flipV="1">
            <a:off x="5135876" y="4736033"/>
            <a:ext cx="1247364" cy="3593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5F1141DF-12D4-26EE-D16B-4A62FA8D4D81}"/>
              </a:ext>
            </a:extLst>
          </p:cNvPr>
          <p:cNvCxnSpPr/>
          <p:nvPr/>
        </p:nvCxnSpPr>
        <p:spPr>
          <a:xfrm flipH="1">
            <a:off x="6438938" y="2893047"/>
            <a:ext cx="1226782" cy="1842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Rechte verbindingslijn 75">
            <a:extLst>
              <a:ext uri="{FF2B5EF4-FFF2-40B4-BE49-F238E27FC236}">
                <a16:creationId xmlns:a16="http://schemas.microsoft.com/office/drawing/2014/main" id="{1CA01030-8BF8-A724-1635-440AC76B1310}"/>
              </a:ext>
            </a:extLst>
          </p:cNvPr>
          <p:cNvCxnSpPr>
            <a:cxnSpLocks/>
          </p:cNvCxnSpPr>
          <p:nvPr/>
        </p:nvCxnSpPr>
        <p:spPr>
          <a:xfrm flipH="1">
            <a:off x="6456493" y="3976566"/>
            <a:ext cx="1209227" cy="759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Rechte verbindingslijn 77">
            <a:extLst>
              <a:ext uri="{FF2B5EF4-FFF2-40B4-BE49-F238E27FC236}">
                <a16:creationId xmlns:a16="http://schemas.microsoft.com/office/drawing/2014/main" id="{387247B4-E4BA-F49B-2ECB-01CF01919560}"/>
              </a:ext>
            </a:extLst>
          </p:cNvPr>
          <p:cNvCxnSpPr/>
          <p:nvPr/>
        </p:nvCxnSpPr>
        <p:spPr>
          <a:xfrm flipH="1" flipV="1">
            <a:off x="6456493" y="4772390"/>
            <a:ext cx="1209227" cy="289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617C70C2-1182-7940-DB47-910712E5FBD1}"/>
              </a:ext>
            </a:extLst>
          </p:cNvPr>
          <p:cNvCxnSpPr/>
          <p:nvPr/>
        </p:nvCxnSpPr>
        <p:spPr>
          <a:xfrm flipH="1" flipV="1">
            <a:off x="6400798" y="4736033"/>
            <a:ext cx="1264922" cy="1418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Rechte verbindingslijn 83">
            <a:extLst>
              <a:ext uri="{FF2B5EF4-FFF2-40B4-BE49-F238E27FC236}">
                <a16:creationId xmlns:a16="http://schemas.microsoft.com/office/drawing/2014/main" id="{F555B621-92B3-14D7-C163-E9F1BA0F646C}"/>
              </a:ext>
            </a:extLst>
          </p:cNvPr>
          <p:cNvCxnSpPr/>
          <p:nvPr/>
        </p:nvCxnSpPr>
        <p:spPr>
          <a:xfrm flipH="1" flipV="1">
            <a:off x="6380221" y="4743129"/>
            <a:ext cx="1285499" cy="2493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Rechte verbindingslijn 85">
            <a:extLst>
              <a:ext uri="{FF2B5EF4-FFF2-40B4-BE49-F238E27FC236}">
                <a16:creationId xmlns:a16="http://schemas.microsoft.com/office/drawing/2014/main" id="{7454C356-423B-5818-EB5A-0BF41CFD67B8}"/>
              </a:ext>
            </a:extLst>
          </p:cNvPr>
          <p:cNvCxnSpPr/>
          <p:nvPr/>
        </p:nvCxnSpPr>
        <p:spPr>
          <a:xfrm flipH="1" flipV="1">
            <a:off x="6400798" y="4786583"/>
            <a:ext cx="1264922" cy="3532281"/>
          </a:xfrm>
          <a:prstGeom prst="line">
            <a:avLst/>
          </a:prstGeom>
        </p:spPr>
        <p:style>
          <a:lnRef idx="1">
            <a:schemeClr val="accent1"/>
          </a:lnRef>
          <a:fillRef idx="0">
            <a:schemeClr val="accent1"/>
          </a:fillRef>
          <a:effectRef idx="0">
            <a:schemeClr val="accent1"/>
          </a:effectRef>
          <a:fontRef idx="minor">
            <a:schemeClr val="tx1"/>
          </a:fontRef>
        </p:style>
      </p:cxnSp>
      <p:sp>
        <p:nvSpPr>
          <p:cNvPr id="5" name="Ster: 12 punten 4">
            <a:extLst>
              <a:ext uri="{FF2B5EF4-FFF2-40B4-BE49-F238E27FC236}">
                <a16:creationId xmlns:a16="http://schemas.microsoft.com/office/drawing/2014/main" id="{A89B40EB-523F-38CC-B4BA-4A4E2DA712AC}"/>
              </a:ext>
            </a:extLst>
          </p:cNvPr>
          <p:cNvSpPr/>
          <p:nvPr/>
        </p:nvSpPr>
        <p:spPr>
          <a:xfrm>
            <a:off x="5498931" y="4027118"/>
            <a:ext cx="1803738" cy="1546964"/>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a:t>Top Event</a:t>
            </a:r>
          </a:p>
          <a:p>
            <a:pPr algn="ctr"/>
            <a:r>
              <a:rPr lang="nl-NL" sz="1200"/>
              <a:t>Verlies van Integriteit</a:t>
            </a:r>
          </a:p>
        </p:txBody>
      </p:sp>
      <p:sp>
        <p:nvSpPr>
          <p:cNvPr id="2" name="Tekstvak 1">
            <a:extLst>
              <a:ext uri="{FF2B5EF4-FFF2-40B4-BE49-F238E27FC236}">
                <a16:creationId xmlns:a16="http://schemas.microsoft.com/office/drawing/2014/main" id="{BD967CAD-F67F-4C22-CC8E-6ECC6C7C3479}"/>
              </a:ext>
            </a:extLst>
          </p:cNvPr>
          <p:cNvSpPr txBox="1"/>
          <p:nvPr/>
        </p:nvSpPr>
        <p:spPr>
          <a:xfrm>
            <a:off x="237577" y="815820"/>
            <a:ext cx="2255520" cy="369332"/>
          </a:xfrm>
          <a:prstGeom prst="rect">
            <a:avLst/>
          </a:prstGeom>
          <a:noFill/>
        </p:spPr>
        <p:txBody>
          <a:bodyPr wrap="square">
            <a:spAutoFit/>
          </a:bodyPr>
          <a:lstStyle/>
          <a:p>
            <a:pPr algn="ctr"/>
            <a:r>
              <a:rPr lang="nl-NL"/>
              <a:t>Bedreigingen</a:t>
            </a:r>
          </a:p>
        </p:txBody>
      </p:sp>
      <p:sp>
        <p:nvSpPr>
          <p:cNvPr id="3" name="Tekstvak 2">
            <a:extLst>
              <a:ext uri="{FF2B5EF4-FFF2-40B4-BE49-F238E27FC236}">
                <a16:creationId xmlns:a16="http://schemas.microsoft.com/office/drawing/2014/main" id="{CA0BBCC0-DA71-1698-AA0D-BB9F4A79BD55}"/>
              </a:ext>
            </a:extLst>
          </p:cNvPr>
          <p:cNvSpPr txBox="1"/>
          <p:nvPr/>
        </p:nvSpPr>
        <p:spPr>
          <a:xfrm>
            <a:off x="2535263" y="815820"/>
            <a:ext cx="2963668" cy="369332"/>
          </a:xfrm>
          <a:prstGeom prst="rect">
            <a:avLst/>
          </a:prstGeom>
          <a:noFill/>
        </p:spPr>
        <p:txBody>
          <a:bodyPr wrap="square">
            <a:spAutoFit/>
          </a:bodyPr>
          <a:lstStyle/>
          <a:p>
            <a:pPr algn="ctr"/>
            <a:r>
              <a:rPr lang="nl-NL"/>
              <a:t>Preventieve maatregelen</a:t>
            </a:r>
          </a:p>
        </p:txBody>
      </p:sp>
      <p:sp>
        <p:nvSpPr>
          <p:cNvPr id="6" name="Tekstvak 5">
            <a:extLst>
              <a:ext uri="{FF2B5EF4-FFF2-40B4-BE49-F238E27FC236}">
                <a16:creationId xmlns:a16="http://schemas.microsoft.com/office/drawing/2014/main" id="{C7CBDB53-204C-6C8C-CDFE-0404231E2163}"/>
              </a:ext>
            </a:extLst>
          </p:cNvPr>
          <p:cNvSpPr txBox="1"/>
          <p:nvPr/>
        </p:nvSpPr>
        <p:spPr>
          <a:xfrm>
            <a:off x="10387417" y="815820"/>
            <a:ext cx="2255520" cy="369332"/>
          </a:xfrm>
          <a:prstGeom prst="rect">
            <a:avLst/>
          </a:prstGeom>
          <a:noFill/>
        </p:spPr>
        <p:txBody>
          <a:bodyPr wrap="square">
            <a:spAutoFit/>
          </a:bodyPr>
          <a:lstStyle/>
          <a:p>
            <a:pPr algn="ctr"/>
            <a:r>
              <a:rPr lang="nl-NL"/>
              <a:t>Consequenties</a:t>
            </a:r>
          </a:p>
        </p:txBody>
      </p:sp>
      <p:sp>
        <p:nvSpPr>
          <p:cNvPr id="9" name="Tekstvak 8">
            <a:extLst>
              <a:ext uri="{FF2B5EF4-FFF2-40B4-BE49-F238E27FC236}">
                <a16:creationId xmlns:a16="http://schemas.microsoft.com/office/drawing/2014/main" id="{20272512-941A-424C-E8BE-1CCC0223BE12}"/>
              </a:ext>
            </a:extLst>
          </p:cNvPr>
          <p:cNvSpPr txBox="1"/>
          <p:nvPr/>
        </p:nvSpPr>
        <p:spPr>
          <a:xfrm>
            <a:off x="7423749" y="815820"/>
            <a:ext cx="2963668" cy="369332"/>
          </a:xfrm>
          <a:prstGeom prst="rect">
            <a:avLst/>
          </a:prstGeom>
          <a:noFill/>
        </p:spPr>
        <p:txBody>
          <a:bodyPr wrap="square">
            <a:spAutoFit/>
          </a:bodyPr>
          <a:lstStyle/>
          <a:p>
            <a:pPr algn="ctr"/>
            <a:r>
              <a:rPr lang="nl-NL"/>
              <a:t>Correctieve maatregelen</a:t>
            </a:r>
          </a:p>
        </p:txBody>
      </p:sp>
      <p:sp>
        <p:nvSpPr>
          <p:cNvPr id="10" name="Oval 9">
            <a:extLst>
              <a:ext uri="{FF2B5EF4-FFF2-40B4-BE49-F238E27FC236}">
                <a16:creationId xmlns:a16="http://schemas.microsoft.com/office/drawing/2014/main" id="{AE8EAB77-6521-49AF-1E94-180D8F11818A}"/>
              </a:ext>
            </a:extLst>
          </p:cNvPr>
          <p:cNvSpPr/>
          <p:nvPr/>
        </p:nvSpPr>
        <p:spPr>
          <a:xfrm>
            <a:off x="2603016" y="262007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Antivirus</a:t>
            </a:r>
            <a:endParaRPr lang="nl-NL" sz="1400"/>
          </a:p>
        </p:txBody>
      </p:sp>
      <p:sp>
        <p:nvSpPr>
          <p:cNvPr id="11" name="Oval 10">
            <a:extLst>
              <a:ext uri="{FF2B5EF4-FFF2-40B4-BE49-F238E27FC236}">
                <a16:creationId xmlns:a16="http://schemas.microsoft.com/office/drawing/2014/main" id="{7885344D-4CEB-7A94-1A4A-DFA8DD1EC8FF}"/>
              </a:ext>
            </a:extLst>
          </p:cNvPr>
          <p:cNvSpPr/>
          <p:nvPr/>
        </p:nvSpPr>
        <p:spPr>
          <a:xfrm>
            <a:off x="4044275" y="2620857"/>
            <a:ext cx="1323637"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EDR Software</a:t>
            </a:r>
          </a:p>
        </p:txBody>
      </p:sp>
      <p:sp>
        <p:nvSpPr>
          <p:cNvPr id="12" name="Oval 11">
            <a:extLst>
              <a:ext uri="{FF2B5EF4-FFF2-40B4-BE49-F238E27FC236}">
                <a16:creationId xmlns:a16="http://schemas.microsoft.com/office/drawing/2014/main" id="{4E4D4EDA-B940-AD54-5BB5-04547A43C3AC}"/>
              </a:ext>
            </a:extLst>
          </p:cNvPr>
          <p:cNvSpPr/>
          <p:nvPr/>
        </p:nvSpPr>
        <p:spPr>
          <a:xfrm>
            <a:off x="2675719" y="3664497"/>
            <a:ext cx="1590897" cy="6261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RBAC</a:t>
            </a:r>
          </a:p>
        </p:txBody>
      </p:sp>
      <p:sp>
        <p:nvSpPr>
          <p:cNvPr id="14" name="Oval 13">
            <a:extLst>
              <a:ext uri="{FF2B5EF4-FFF2-40B4-BE49-F238E27FC236}">
                <a16:creationId xmlns:a16="http://schemas.microsoft.com/office/drawing/2014/main" id="{2EAC5515-B28C-09CB-074A-6FA34674EEA4}"/>
              </a:ext>
            </a:extLst>
          </p:cNvPr>
          <p:cNvSpPr/>
          <p:nvPr/>
        </p:nvSpPr>
        <p:spPr>
          <a:xfrm>
            <a:off x="2962968" y="4791554"/>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Software updates</a:t>
            </a:r>
            <a:endParaRPr lang="nl-NL" sz="1400"/>
          </a:p>
        </p:txBody>
      </p:sp>
      <p:sp>
        <p:nvSpPr>
          <p:cNvPr id="15" name="Oval 14">
            <a:extLst>
              <a:ext uri="{FF2B5EF4-FFF2-40B4-BE49-F238E27FC236}">
                <a16:creationId xmlns:a16="http://schemas.microsoft.com/office/drawing/2014/main" id="{9BCBA27F-BBF6-6E59-4FD0-E0D5A2AE42DA}"/>
              </a:ext>
            </a:extLst>
          </p:cNvPr>
          <p:cNvSpPr/>
          <p:nvPr/>
        </p:nvSpPr>
        <p:spPr>
          <a:xfrm>
            <a:off x="2828090" y="5854881"/>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TLS/SSL </a:t>
            </a:r>
            <a:r>
              <a:rPr lang="en-US" sz="1400" err="1"/>
              <a:t>encryptie</a:t>
            </a:r>
            <a:endParaRPr lang="nl-NL" sz="1400"/>
          </a:p>
        </p:txBody>
      </p:sp>
      <p:sp>
        <p:nvSpPr>
          <p:cNvPr id="16" name="Oval 15">
            <a:extLst>
              <a:ext uri="{FF2B5EF4-FFF2-40B4-BE49-F238E27FC236}">
                <a16:creationId xmlns:a16="http://schemas.microsoft.com/office/drawing/2014/main" id="{1B929BDD-5150-DDC3-DA74-2A3DF120137E}"/>
              </a:ext>
            </a:extLst>
          </p:cNvPr>
          <p:cNvSpPr/>
          <p:nvPr/>
        </p:nvSpPr>
        <p:spPr>
          <a:xfrm>
            <a:off x="2731597" y="6918208"/>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Input </a:t>
            </a:r>
            <a:r>
              <a:rPr lang="en-US" sz="1400" err="1"/>
              <a:t>validatie</a:t>
            </a:r>
            <a:endParaRPr lang="nl-NL" sz="1400"/>
          </a:p>
        </p:txBody>
      </p:sp>
      <p:sp>
        <p:nvSpPr>
          <p:cNvPr id="17" name="Oval 16">
            <a:extLst>
              <a:ext uri="{FF2B5EF4-FFF2-40B4-BE49-F238E27FC236}">
                <a16:creationId xmlns:a16="http://schemas.microsoft.com/office/drawing/2014/main" id="{A10C831F-FAC1-7D61-DB1F-B931642D0AC1}"/>
              </a:ext>
            </a:extLst>
          </p:cNvPr>
          <p:cNvSpPr/>
          <p:nvPr/>
        </p:nvSpPr>
        <p:spPr>
          <a:xfrm>
            <a:off x="8328733" y="2578359"/>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Back-up </a:t>
            </a:r>
            <a:r>
              <a:rPr lang="en-US" sz="1400" err="1"/>
              <a:t>herstel</a:t>
            </a:r>
            <a:endParaRPr lang="nl-NL" sz="1400"/>
          </a:p>
        </p:txBody>
      </p:sp>
      <p:sp>
        <p:nvSpPr>
          <p:cNvPr id="20" name="Oval 19">
            <a:extLst>
              <a:ext uri="{FF2B5EF4-FFF2-40B4-BE49-F238E27FC236}">
                <a16:creationId xmlns:a16="http://schemas.microsoft.com/office/drawing/2014/main" id="{93363E0A-B4F5-181F-5EE7-229415A172F8}"/>
              </a:ext>
            </a:extLst>
          </p:cNvPr>
          <p:cNvSpPr/>
          <p:nvPr/>
        </p:nvSpPr>
        <p:spPr>
          <a:xfrm>
            <a:off x="7169360" y="3764816"/>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Dossier-review</a:t>
            </a:r>
          </a:p>
        </p:txBody>
      </p:sp>
      <p:sp>
        <p:nvSpPr>
          <p:cNvPr id="23" name="Oval 22">
            <a:extLst>
              <a:ext uri="{FF2B5EF4-FFF2-40B4-BE49-F238E27FC236}">
                <a16:creationId xmlns:a16="http://schemas.microsoft.com/office/drawing/2014/main" id="{09946B3B-3DAC-D625-708C-AC25CE4E1924}"/>
              </a:ext>
            </a:extLst>
          </p:cNvPr>
          <p:cNvSpPr/>
          <p:nvPr/>
        </p:nvSpPr>
        <p:spPr>
          <a:xfrm>
            <a:off x="8534982" y="3685901"/>
            <a:ext cx="1928546" cy="6420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Telefoonconsult</a:t>
            </a:r>
            <a:endParaRPr lang="nl-NL" sz="1400"/>
          </a:p>
        </p:txBody>
      </p:sp>
      <p:sp>
        <p:nvSpPr>
          <p:cNvPr id="32" name="Oval 31">
            <a:extLst>
              <a:ext uri="{FF2B5EF4-FFF2-40B4-BE49-F238E27FC236}">
                <a16:creationId xmlns:a16="http://schemas.microsoft.com/office/drawing/2014/main" id="{92C2B348-3395-FD32-6A24-F2FC0A64E5AB}"/>
              </a:ext>
            </a:extLst>
          </p:cNvPr>
          <p:cNvSpPr/>
          <p:nvPr/>
        </p:nvSpPr>
        <p:spPr>
          <a:xfrm>
            <a:off x="7443662" y="4802989"/>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Audit-logs</a:t>
            </a:r>
            <a:endParaRPr lang="nl-NL" sz="1400"/>
          </a:p>
        </p:txBody>
      </p:sp>
      <p:sp>
        <p:nvSpPr>
          <p:cNvPr id="34" name="Oval 33">
            <a:extLst>
              <a:ext uri="{FF2B5EF4-FFF2-40B4-BE49-F238E27FC236}">
                <a16:creationId xmlns:a16="http://schemas.microsoft.com/office/drawing/2014/main" id="{E7CE46E2-65B1-6271-6F37-58222A12805B}"/>
              </a:ext>
            </a:extLst>
          </p:cNvPr>
          <p:cNvSpPr/>
          <p:nvPr/>
        </p:nvSpPr>
        <p:spPr>
          <a:xfrm>
            <a:off x="8910060" y="4802989"/>
            <a:ext cx="1553467"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Verzekerings</a:t>
            </a:r>
            <a:r>
              <a:rPr lang="en-US" sz="1400"/>
              <a:t> claim</a:t>
            </a:r>
            <a:endParaRPr lang="nl-NL" sz="1400"/>
          </a:p>
        </p:txBody>
      </p:sp>
      <p:sp>
        <p:nvSpPr>
          <p:cNvPr id="40" name="Oval 39">
            <a:extLst>
              <a:ext uri="{FF2B5EF4-FFF2-40B4-BE49-F238E27FC236}">
                <a16:creationId xmlns:a16="http://schemas.microsoft.com/office/drawing/2014/main" id="{FF6A5BDF-577E-1E12-2CA2-EA9A1912F490}"/>
              </a:ext>
            </a:extLst>
          </p:cNvPr>
          <p:cNvSpPr/>
          <p:nvPr/>
        </p:nvSpPr>
        <p:spPr>
          <a:xfrm>
            <a:off x="8038933" y="5859219"/>
            <a:ext cx="2217648"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Communicatieplan</a:t>
            </a:r>
            <a:endParaRPr lang="nl-NL" sz="1400"/>
          </a:p>
        </p:txBody>
      </p:sp>
      <p:sp>
        <p:nvSpPr>
          <p:cNvPr id="43" name="Oval 42">
            <a:extLst>
              <a:ext uri="{FF2B5EF4-FFF2-40B4-BE49-F238E27FC236}">
                <a16:creationId xmlns:a16="http://schemas.microsoft.com/office/drawing/2014/main" id="{580CDAE6-D76E-F26F-AD9C-5CB15044155D}"/>
              </a:ext>
            </a:extLst>
          </p:cNvPr>
          <p:cNvSpPr/>
          <p:nvPr/>
        </p:nvSpPr>
        <p:spPr>
          <a:xfrm>
            <a:off x="8327905" y="695977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Melden</a:t>
            </a:r>
            <a:endParaRPr lang="nl-NL" sz="1400"/>
          </a:p>
        </p:txBody>
      </p:sp>
    </p:spTree>
    <p:extLst>
      <p:ext uri="{BB962C8B-B14F-4D97-AF65-F5344CB8AC3E}">
        <p14:creationId xmlns:p14="http://schemas.microsoft.com/office/powerpoint/2010/main" val="348361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CC5318B9-836D-0058-460B-D018D7B80608}"/>
              </a:ext>
            </a:extLst>
          </p:cNvPr>
          <p:cNvSpPr/>
          <p:nvPr/>
        </p:nvSpPr>
        <p:spPr>
          <a:xfrm>
            <a:off x="5667076" y="2156611"/>
            <a:ext cx="1467448" cy="722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a:t>EPD Systeem</a:t>
            </a:r>
          </a:p>
        </p:txBody>
      </p:sp>
      <p:cxnSp>
        <p:nvCxnSpPr>
          <p:cNvPr id="7" name="Rechte verbindingslijn 6">
            <a:extLst>
              <a:ext uri="{FF2B5EF4-FFF2-40B4-BE49-F238E27FC236}">
                <a16:creationId xmlns:a16="http://schemas.microsoft.com/office/drawing/2014/main" id="{641E400A-85B2-1AF6-79DB-8B4F71E4D870}"/>
              </a:ext>
            </a:extLst>
          </p:cNvPr>
          <p:cNvCxnSpPr>
            <a:cxnSpLocks/>
            <a:stCxn id="4" idx="2"/>
            <a:endCxn id="5" idx="10"/>
          </p:cNvCxnSpPr>
          <p:nvPr/>
        </p:nvCxnSpPr>
        <p:spPr>
          <a:xfrm>
            <a:off x="6400800" y="2878853"/>
            <a:ext cx="0" cy="1148265"/>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45768A74-F0F6-E04A-7A0A-D04FD9451724}"/>
              </a:ext>
            </a:extLst>
          </p:cNvPr>
          <p:cNvSpPr/>
          <p:nvPr/>
        </p:nvSpPr>
        <p:spPr>
          <a:xfrm>
            <a:off x="568540" y="132776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a:solidFill>
                  <a:schemeClr val="tx1"/>
                </a:solidFill>
              </a:rPr>
              <a:t>Bedreiging</a:t>
            </a:r>
          </a:p>
        </p:txBody>
      </p:sp>
      <p:sp>
        <p:nvSpPr>
          <p:cNvPr id="13" name="Rechthoek 12">
            <a:extLst>
              <a:ext uri="{FF2B5EF4-FFF2-40B4-BE49-F238E27FC236}">
                <a16:creationId xmlns:a16="http://schemas.microsoft.com/office/drawing/2014/main" id="{3C065792-9293-F819-4F90-36EA66D9D889}"/>
              </a:ext>
            </a:extLst>
          </p:cNvPr>
          <p:cNvSpPr/>
          <p:nvPr/>
        </p:nvSpPr>
        <p:spPr>
          <a:xfrm>
            <a:off x="10726037" y="132776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a:solidFill>
                  <a:schemeClr val="tx1"/>
                </a:solidFill>
              </a:rPr>
              <a:t>Consequentie</a:t>
            </a:r>
          </a:p>
        </p:txBody>
      </p:sp>
      <p:sp>
        <p:nvSpPr>
          <p:cNvPr id="18" name="Rechthoek 17">
            <a:extLst>
              <a:ext uri="{FF2B5EF4-FFF2-40B4-BE49-F238E27FC236}">
                <a16:creationId xmlns:a16="http://schemas.microsoft.com/office/drawing/2014/main" id="{0FC9159E-6817-2E6F-C493-FCC40DCE6B65}"/>
              </a:ext>
            </a:extLst>
          </p:cNvPr>
          <p:cNvSpPr/>
          <p:nvPr/>
        </p:nvSpPr>
        <p:spPr>
          <a:xfrm>
            <a:off x="576197" y="2420432"/>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DDoS </a:t>
            </a:r>
            <a:r>
              <a:rPr lang="en-US" sz="1200" err="1">
                <a:solidFill>
                  <a:schemeClr val="tx1"/>
                </a:solidFill>
              </a:rPr>
              <a:t>aanval</a:t>
            </a:r>
            <a:endParaRPr lang="nl-NL" sz="1200">
              <a:solidFill>
                <a:schemeClr val="tx1"/>
              </a:solidFill>
            </a:endParaRPr>
          </a:p>
        </p:txBody>
      </p:sp>
      <p:sp>
        <p:nvSpPr>
          <p:cNvPr id="19" name="Rechthoek 18">
            <a:extLst>
              <a:ext uri="{FF2B5EF4-FFF2-40B4-BE49-F238E27FC236}">
                <a16:creationId xmlns:a16="http://schemas.microsoft.com/office/drawing/2014/main" id="{78690AE5-AD53-136D-77DC-54143458D6F1}"/>
              </a:ext>
            </a:extLst>
          </p:cNvPr>
          <p:cNvSpPr/>
          <p:nvPr/>
        </p:nvSpPr>
        <p:spPr>
          <a:xfrm>
            <a:off x="10726037" y="2420432"/>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Geen </a:t>
            </a:r>
            <a:r>
              <a:rPr lang="en-US" sz="1200" err="1">
                <a:solidFill>
                  <a:schemeClr val="tx1"/>
                </a:solidFill>
              </a:rPr>
              <a:t>toegang</a:t>
            </a:r>
            <a:r>
              <a:rPr lang="en-US" sz="1200">
                <a:solidFill>
                  <a:schemeClr val="tx1"/>
                </a:solidFill>
              </a:rPr>
              <a:t> tot </a:t>
            </a:r>
            <a:r>
              <a:rPr lang="en-US" sz="1200" err="1">
                <a:solidFill>
                  <a:schemeClr val="tx1"/>
                </a:solidFill>
              </a:rPr>
              <a:t>patientgegevens</a:t>
            </a:r>
            <a:endParaRPr lang="nl-NL" sz="1200">
              <a:solidFill>
                <a:schemeClr val="tx1"/>
              </a:solidFill>
            </a:endParaRPr>
          </a:p>
        </p:txBody>
      </p:sp>
      <p:sp>
        <p:nvSpPr>
          <p:cNvPr id="21" name="Rechthoek 20">
            <a:extLst>
              <a:ext uri="{FF2B5EF4-FFF2-40B4-BE49-F238E27FC236}">
                <a16:creationId xmlns:a16="http://schemas.microsoft.com/office/drawing/2014/main" id="{7DAAEE54-F243-83E5-E4B8-75B99ED9E9CF}"/>
              </a:ext>
            </a:extLst>
          </p:cNvPr>
          <p:cNvSpPr/>
          <p:nvPr/>
        </p:nvSpPr>
        <p:spPr>
          <a:xfrm>
            <a:off x="576197" y="3513104"/>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Server/hardware storing</a:t>
            </a:r>
            <a:endParaRPr lang="nl-NL" sz="1200">
              <a:solidFill>
                <a:schemeClr val="tx1"/>
              </a:solidFill>
            </a:endParaRPr>
          </a:p>
        </p:txBody>
      </p:sp>
      <p:sp>
        <p:nvSpPr>
          <p:cNvPr id="22" name="Rechthoek 21">
            <a:extLst>
              <a:ext uri="{FF2B5EF4-FFF2-40B4-BE49-F238E27FC236}">
                <a16:creationId xmlns:a16="http://schemas.microsoft.com/office/drawing/2014/main" id="{330F8F20-A99F-3480-6156-48C9A6AE62AD}"/>
              </a:ext>
            </a:extLst>
          </p:cNvPr>
          <p:cNvSpPr/>
          <p:nvPr/>
        </p:nvSpPr>
        <p:spPr>
          <a:xfrm>
            <a:off x="10726037" y="3513104"/>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Afspraken</a:t>
            </a:r>
            <a:r>
              <a:rPr lang="en-US" sz="1200">
                <a:solidFill>
                  <a:schemeClr val="tx1"/>
                </a:solidFill>
              </a:rPr>
              <a:t> </a:t>
            </a:r>
            <a:r>
              <a:rPr lang="en-US" sz="1200" err="1">
                <a:solidFill>
                  <a:schemeClr val="tx1"/>
                </a:solidFill>
              </a:rPr>
              <a:t>kunnen</a:t>
            </a:r>
            <a:r>
              <a:rPr lang="en-US" sz="1200">
                <a:solidFill>
                  <a:schemeClr val="tx1"/>
                </a:solidFill>
              </a:rPr>
              <a:t> </a:t>
            </a:r>
            <a:r>
              <a:rPr lang="en-US" sz="1200" err="1">
                <a:solidFill>
                  <a:schemeClr val="tx1"/>
                </a:solidFill>
              </a:rPr>
              <a:t>niet</a:t>
            </a:r>
            <a:r>
              <a:rPr lang="en-US" sz="1200">
                <a:solidFill>
                  <a:schemeClr val="tx1"/>
                </a:solidFill>
              </a:rPr>
              <a:t> </a:t>
            </a:r>
            <a:r>
              <a:rPr lang="en-US" sz="1200" err="1">
                <a:solidFill>
                  <a:schemeClr val="tx1"/>
                </a:solidFill>
              </a:rPr>
              <a:t>doorgaan</a:t>
            </a:r>
            <a:endParaRPr lang="nl-NL" sz="1200">
              <a:solidFill>
                <a:schemeClr val="tx1"/>
              </a:solidFill>
            </a:endParaRPr>
          </a:p>
        </p:txBody>
      </p:sp>
      <p:sp>
        <p:nvSpPr>
          <p:cNvPr id="24" name="Rechthoek 23">
            <a:extLst>
              <a:ext uri="{FF2B5EF4-FFF2-40B4-BE49-F238E27FC236}">
                <a16:creationId xmlns:a16="http://schemas.microsoft.com/office/drawing/2014/main" id="{B18EF456-1B1A-0A57-F1BF-021C9E3A2C7A}"/>
              </a:ext>
            </a:extLst>
          </p:cNvPr>
          <p:cNvSpPr/>
          <p:nvPr/>
        </p:nvSpPr>
        <p:spPr>
          <a:xfrm>
            <a:off x="576197" y="4605776"/>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Internetverbinding</a:t>
            </a:r>
            <a:r>
              <a:rPr lang="en-US" sz="1200">
                <a:solidFill>
                  <a:schemeClr val="tx1"/>
                </a:solidFill>
              </a:rPr>
              <a:t> </a:t>
            </a:r>
            <a:r>
              <a:rPr lang="en-US" sz="1200" err="1">
                <a:solidFill>
                  <a:schemeClr val="tx1"/>
                </a:solidFill>
              </a:rPr>
              <a:t>uitval</a:t>
            </a:r>
            <a:endParaRPr lang="nl-NL" sz="1200">
              <a:solidFill>
                <a:schemeClr val="tx1"/>
              </a:solidFill>
            </a:endParaRPr>
          </a:p>
        </p:txBody>
      </p:sp>
      <p:sp>
        <p:nvSpPr>
          <p:cNvPr id="25" name="Rechthoek 24">
            <a:extLst>
              <a:ext uri="{FF2B5EF4-FFF2-40B4-BE49-F238E27FC236}">
                <a16:creationId xmlns:a16="http://schemas.microsoft.com/office/drawing/2014/main" id="{7EE0E25B-D5A3-890D-4FB0-DD3E11C122AD}"/>
              </a:ext>
            </a:extLst>
          </p:cNvPr>
          <p:cNvSpPr/>
          <p:nvPr/>
        </p:nvSpPr>
        <p:spPr>
          <a:xfrm>
            <a:off x="10726037" y="4605776"/>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Vetraging</a:t>
            </a:r>
            <a:r>
              <a:rPr lang="en-US" sz="1200">
                <a:solidFill>
                  <a:schemeClr val="tx1"/>
                </a:solidFill>
              </a:rPr>
              <a:t> in </a:t>
            </a:r>
            <a:r>
              <a:rPr lang="en-US" sz="1200" err="1">
                <a:solidFill>
                  <a:schemeClr val="tx1"/>
                </a:solidFill>
              </a:rPr>
              <a:t>zorgverlening</a:t>
            </a:r>
            <a:endParaRPr lang="nl-NL" sz="1200">
              <a:solidFill>
                <a:schemeClr val="tx1"/>
              </a:solidFill>
            </a:endParaRPr>
          </a:p>
        </p:txBody>
      </p:sp>
      <p:sp>
        <p:nvSpPr>
          <p:cNvPr id="26" name="Rechthoek 25">
            <a:extLst>
              <a:ext uri="{FF2B5EF4-FFF2-40B4-BE49-F238E27FC236}">
                <a16:creationId xmlns:a16="http://schemas.microsoft.com/office/drawing/2014/main" id="{37546589-B616-9BC0-D435-698EF584CDA2}"/>
              </a:ext>
            </a:extLst>
          </p:cNvPr>
          <p:cNvSpPr/>
          <p:nvPr/>
        </p:nvSpPr>
        <p:spPr>
          <a:xfrm>
            <a:off x="576197" y="5698448"/>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Ransomware </a:t>
            </a:r>
            <a:r>
              <a:rPr lang="en-US" sz="1200" err="1">
                <a:solidFill>
                  <a:schemeClr val="tx1"/>
                </a:solidFill>
              </a:rPr>
              <a:t>encryptie</a:t>
            </a:r>
            <a:endParaRPr lang="nl-NL" sz="1200">
              <a:solidFill>
                <a:schemeClr val="tx1"/>
              </a:solidFill>
            </a:endParaRPr>
          </a:p>
        </p:txBody>
      </p:sp>
      <p:sp>
        <p:nvSpPr>
          <p:cNvPr id="27" name="Rechthoek 26">
            <a:extLst>
              <a:ext uri="{FF2B5EF4-FFF2-40B4-BE49-F238E27FC236}">
                <a16:creationId xmlns:a16="http://schemas.microsoft.com/office/drawing/2014/main" id="{68908524-CBD2-F8DF-3FF2-52DBDAF07F16}"/>
              </a:ext>
            </a:extLst>
          </p:cNvPr>
          <p:cNvSpPr/>
          <p:nvPr/>
        </p:nvSpPr>
        <p:spPr>
          <a:xfrm>
            <a:off x="10726037" y="5698448"/>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Omzetverlies</a:t>
            </a:r>
            <a:r>
              <a:rPr lang="en-US" sz="1200">
                <a:solidFill>
                  <a:schemeClr val="tx1"/>
                </a:solidFill>
              </a:rPr>
              <a:t> </a:t>
            </a:r>
            <a:r>
              <a:rPr lang="en-US" sz="1200" err="1">
                <a:solidFill>
                  <a:schemeClr val="tx1"/>
                </a:solidFill>
              </a:rPr>
              <a:t>praktijk</a:t>
            </a:r>
            <a:endParaRPr lang="nl-NL" sz="1200">
              <a:solidFill>
                <a:schemeClr val="tx1"/>
              </a:solidFill>
            </a:endParaRPr>
          </a:p>
        </p:txBody>
      </p:sp>
      <p:sp>
        <p:nvSpPr>
          <p:cNvPr id="28" name="Rechthoek 27">
            <a:extLst>
              <a:ext uri="{FF2B5EF4-FFF2-40B4-BE49-F238E27FC236}">
                <a16:creationId xmlns:a16="http://schemas.microsoft.com/office/drawing/2014/main" id="{2BF0E3B8-980E-4852-6C21-16B24725C0EA}"/>
              </a:ext>
            </a:extLst>
          </p:cNvPr>
          <p:cNvSpPr/>
          <p:nvPr/>
        </p:nvSpPr>
        <p:spPr>
          <a:xfrm>
            <a:off x="576197" y="679112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Stroomuitval</a:t>
            </a:r>
            <a:r>
              <a:rPr lang="en-US" sz="1200">
                <a:solidFill>
                  <a:schemeClr val="tx1"/>
                </a:solidFill>
              </a:rPr>
              <a:t> in </a:t>
            </a:r>
            <a:r>
              <a:rPr lang="en-US" sz="1200" err="1">
                <a:solidFill>
                  <a:schemeClr val="tx1"/>
                </a:solidFill>
              </a:rPr>
              <a:t>praktijk</a:t>
            </a:r>
            <a:endParaRPr lang="nl-NL" sz="1200">
              <a:solidFill>
                <a:schemeClr val="tx1"/>
              </a:solidFill>
            </a:endParaRPr>
          </a:p>
        </p:txBody>
      </p:sp>
      <p:sp>
        <p:nvSpPr>
          <p:cNvPr id="29" name="Rechthoek 28">
            <a:extLst>
              <a:ext uri="{FF2B5EF4-FFF2-40B4-BE49-F238E27FC236}">
                <a16:creationId xmlns:a16="http://schemas.microsoft.com/office/drawing/2014/main" id="{0C0B1102-D2C8-A971-80F2-667386CAF260}"/>
              </a:ext>
            </a:extLst>
          </p:cNvPr>
          <p:cNvSpPr/>
          <p:nvPr/>
        </p:nvSpPr>
        <p:spPr>
          <a:xfrm>
            <a:off x="10726037" y="679112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Klachten</a:t>
            </a:r>
            <a:r>
              <a:rPr lang="en-US" sz="1200">
                <a:solidFill>
                  <a:schemeClr val="tx1"/>
                </a:solidFill>
              </a:rPr>
              <a:t> van </a:t>
            </a:r>
            <a:r>
              <a:rPr lang="en-US" sz="1200" err="1">
                <a:solidFill>
                  <a:schemeClr val="tx1"/>
                </a:solidFill>
              </a:rPr>
              <a:t>patienten</a:t>
            </a:r>
            <a:endParaRPr lang="nl-NL" sz="1200">
              <a:solidFill>
                <a:schemeClr val="tx1"/>
              </a:solidFill>
            </a:endParaRPr>
          </a:p>
        </p:txBody>
      </p:sp>
      <p:sp>
        <p:nvSpPr>
          <p:cNvPr id="30" name="Rechthoek 29">
            <a:extLst>
              <a:ext uri="{FF2B5EF4-FFF2-40B4-BE49-F238E27FC236}">
                <a16:creationId xmlns:a16="http://schemas.microsoft.com/office/drawing/2014/main" id="{252FEF4B-7C6E-3846-82FD-1E9D9C017927}"/>
              </a:ext>
            </a:extLst>
          </p:cNvPr>
          <p:cNvSpPr/>
          <p:nvPr/>
        </p:nvSpPr>
        <p:spPr>
          <a:xfrm>
            <a:off x="576197" y="788379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1" name="Rechthoek 30">
            <a:extLst>
              <a:ext uri="{FF2B5EF4-FFF2-40B4-BE49-F238E27FC236}">
                <a16:creationId xmlns:a16="http://schemas.microsoft.com/office/drawing/2014/main" id="{D4F7ECBE-4D8E-AFE7-F063-9D4C7177BEA1}"/>
              </a:ext>
            </a:extLst>
          </p:cNvPr>
          <p:cNvSpPr/>
          <p:nvPr/>
        </p:nvSpPr>
        <p:spPr>
          <a:xfrm>
            <a:off x="10726037" y="788379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cxnSp>
        <p:nvCxnSpPr>
          <p:cNvPr id="33" name="Rechte verbindingslijn 32">
            <a:extLst>
              <a:ext uri="{FF2B5EF4-FFF2-40B4-BE49-F238E27FC236}">
                <a16:creationId xmlns:a16="http://schemas.microsoft.com/office/drawing/2014/main" id="{81B384F8-2105-EDA1-001E-317331D47302}"/>
              </a:ext>
            </a:extLst>
          </p:cNvPr>
          <p:cNvCxnSpPr>
            <a:stCxn id="8" idx="3"/>
          </p:cNvCxnSpPr>
          <p:nvPr/>
        </p:nvCxnSpPr>
        <p:spPr>
          <a:xfrm>
            <a:off x="2146820" y="179122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AC71937-9C51-DB92-B6D7-565DC80656E7}"/>
              </a:ext>
            </a:extLst>
          </p:cNvPr>
          <p:cNvCxnSpPr>
            <a:cxnSpLocks/>
          </p:cNvCxnSpPr>
          <p:nvPr/>
        </p:nvCxnSpPr>
        <p:spPr>
          <a:xfrm>
            <a:off x="5115298" y="1798320"/>
            <a:ext cx="1285500" cy="2901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4407EE16-2BE0-0C55-D20B-74C918B0573B}"/>
              </a:ext>
            </a:extLst>
          </p:cNvPr>
          <p:cNvCxnSpPr/>
          <p:nvPr/>
        </p:nvCxnSpPr>
        <p:spPr>
          <a:xfrm>
            <a:off x="2154477" y="287885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CAB54FC-C8B1-AC29-A6C5-B0882B61A894}"/>
              </a:ext>
            </a:extLst>
          </p:cNvPr>
          <p:cNvCxnSpPr/>
          <p:nvPr/>
        </p:nvCxnSpPr>
        <p:spPr>
          <a:xfrm>
            <a:off x="2154477" y="3976567"/>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8B654201-20AF-6286-046E-1E40FA5D8C4D}"/>
              </a:ext>
            </a:extLst>
          </p:cNvPr>
          <p:cNvCxnSpPr/>
          <p:nvPr/>
        </p:nvCxnSpPr>
        <p:spPr>
          <a:xfrm>
            <a:off x="2154477" y="5062142"/>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Rechte verbindingslijn 38">
            <a:extLst>
              <a:ext uri="{FF2B5EF4-FFF2-40B4-BE49-F238E27FC236}">
                <a16:creationId xmlns:a16="http://schemas.microsoft.com/office/drawing/2014/main" id="{4DC61700-536C-7D6B-9714-AB06CC3F9DD0}"/>
              </a:ext>
            </a:extLst>
          </p:cNvPr>
          <p:cNvCxnSpPr>
            <a:cxnSpLocks/>
            <a:endCxn id="13" idx="1"/>
          </p:cNvCxnSpPr>
          <p:nvPr/>
        </p:nvCxnSpPr>
        <p:spPr>
          <a:xfrm>
            <a:off x="7665722" y="1791223"/>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D4E83FE4-E24C-29CA-7225-1001B9871039}"/>
              </a:ext>
            </a:extLst>
          </p:cNvPr>
          <p:cNvCxnSpPr>
            <a:cxnSpLocks/>
          </p:cNvCxnSpPr>
          <p:nvPr/>
        </p:nvCxnSpPr>
        <p:spPr>
          <a:xfrm flipH="1">
            <a:off x="6438935" y="1798320"/>
            <a:ext cx="1226785" cy="2941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E4BD0E54-F7C0-90E7-CD8D-CC071516653B}"/>
              </a:ext>
            </a:extLst>
          </p:cNvPr>
          <p:cNvCxnSpPr>
            <a:cxnSpLocks/>
          </p:cNvCxnSpPr>
          <p:nvPr/>
        </p:nvCxnSpPr>
        <p:spPr>
          <a:xfrm>
            <a:off x="7665722" y="2885950"/>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0C508631-E18E-F517-C327-3F0E1986CC22}"/>
              </a:ext>
            </a:extLst>
          </p:cNvPr>
          <p:cNvCxnSpPr>
            <a:cxnSpLocks/>
          </p:cNvCxnSpPr>
          <p:nvPr/>
        </p:nvCxnSpPr>
        <p:spPr>
          <a:xfrm>
            <a:off x="7665722" y="3976567"/>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Rechte verbindingslijn 46">
            <a:extLst>
              <a:ext uri="{FF2B5EF4-FFF2-40B4-BE49-F238E27FC236}">
                <a16:creationId xmlns:a16="http://schemas.microsoft.com/office/drawing/2014/main" id="{179DD9C0-F26A-2E63-D40F-A6E2F276F77A}"/>
              </a:ext>
            </a:extLst>
          </p:cNvPr>
          <p:cNvCxnSpPr>
            <a:cxnSpLocks/>
          </p:cNvCxnSpPr>
          <p:nvPr/>
        </p:nvCxnSpPr>
        <p:spPr>
          <a:xfrm>
            <a:off x="7665722" y="5062142"/>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Rechte verbindingslijn 47">
            <a:extLst>
              <a:ext uri="{FF2B5EF4-FFF2-40B4-BE49-F238E27FC236}">
                <a16:creationId xmlns:a16="http://schemas.microsoft.com/office/drawing/2014/main" id="{5A45DD5F-4EA2-895C-9AF3-A5D4F0D0AE7C}"/>
              </a:ext>
            </a:extLst>
          </p:cNvPr>
          <p:cNvCxnSpPr/>
          <p:nvPr/>
        </p:nvCxnSpPr>
        <p:spPr>
          <a:xfrm>
            <a:off x="2154477" y="6154814"/>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Rechte verbindingslijn 48">
            <a:extLst>
              <a:ext uri="{FF2B5EF4-FFF2-40B4-BE49-F238E27FC236}">
                <a16:creationId xmlns:a16="http://schemas.microsoft.com/office/drawing/2014/main" id="{2C334F77-9B9B-B294-BEDE-9F7E317923E1}"/>
              </a:ext>
            </a:extLst>
          </p:cNvPr>
          <p:cNvCxnSpPr>
            <a:cxnSpLocks/>
          </p:cNvCxnSpPr>
          <p:nvPr/>
        </p:nvCxnSpPr>
        <p:spPr>
          <a:xfrm>
            <a:off x="7665722" y="6154814"/>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5BFB9B04-27A7-7860-10E7-7DEC1EF8F86A}"/>
              </a:ext>
            </a:extLst>
          </p:cNvPr>
          <p:cNvCxnSpPr/>
          <p:nvPr/>
        </p:nvCxnSpPr>
        <p:spPr>
          <a:xfrm>
            <a:off x="2154477" y="7240389"/>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8DB1904F-989C-095A-2A3C-7E3D39D955FD}"/>
              </a:ext>
            </a:extLst>
          </p:cNvPr>
          <p:cNvCxnSpPr>
            <a:cxnSpLocks/>
          </p:cNvCxnSpPr>
          <p:nvPr/>
        </p:nvCxnSpPr>
        <p:spPr>
          <a:xfrm>
            <a:off x="7665722" y="7240389"/>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D90562D-BDF1-BF22-6D42-8AC176EE304C}"/>
              </a:ext>
            </a:extLst>
          </p:cNvPr>
          <p:cNvCxnSpPr/>
          <p:nvPr/>
        </p:nvCxnSpPr>
        <p:spPr>
          <a:xfrm>
            <a:off x="2154477" y="8322415"/>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AB9EEC4-3519-0EFA-E880-A919CF8F3706}"/>
              </a:ext>
            </a:extLst>
          </p:cNvPr>
          <p:cNvCxnSpPr>
            <a:cxnSpLocks/>
          </p:cNvCxnSpPr>
          <p:nvPr/>
        </p:nvCxnSpPr>
        <p:spPr>
          <a:xfrm>
            <a:off x="7665722" y="8322415"/>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2F7BEAB5-6313-EA04-AE20-31F104A58079}"/>
              </a:ext>
            </a:extLst>
          </p:cNvPr>
          <p:cNvCxnSpPr>
            <a:cxnSpLocks/>
          </p:cNvCxnSpPr>
          <p:nvPr/>
        </p:nvCxnSpPr>
        <p:spPr>
          <a:xfrm>
            <a:off x="5115301" y="2885950"/>
            <a:ext cx="1323637" cy="1966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7C927640-9397-A493-96E6-911BDADE7B31}"/>
              </a:ext>
            </a:extLst>
          </p:cNvPr>
          <p:cNvCxnSpPr>
            <a:cxnSpLocks/>
          </p:cNvCxnSpPr>
          <p:nvPr/>
        </p:nvCxnSpPr>
        <p:spPr>
          <a:xfrm>
            <a:off x="5135878" y="3990761"/>
            <a:ext cx="1226785" cy="797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Rechte verbindingslijn 63">
            <a:extLst>
              <a:ext uri="{FF2B5EF4-FFF2-40B4-BE49-F238E27FC236}">
                <a16:creationId xmlns:a16="http://schemas.microsoft.com/office/drawing/2014/main" id="{9386EC04-DA7D-9363-E1E2-25839E57DB6C}"/>
              </a:ext>
            </a:extLst>
          </p:cNvPr>
          <p:cNvCxnSpPr/>
          <p:nvPr/>
        </p:nvCxnSpPr>
        <p:spPr>
          <a:xfrm flipV="1">
            <a:off x="5135880" y="4739640"/>
            <a:ext cx="1303058" cy="322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Rechte verbindingslijn 66">
            <a:extLst>
              <a:ext uri="{FF2B5EF4-FFF2-40B4-BE49-F238E27FC236}">
                <a16:creationId xmlns:a16="http://schemas.microsoft.com/office/drawing/2014/main" id="{803DFEFA-757F-991E-9FD3-A81F99744B89}"/>
              </a:ext>
            </a:extLst>
          </p:cNvPr>
          <p:cNvCxnSpPr/>
          <p:nvPr/>
        </p:nvCxnSpPr>
        <p:spPr>
          <a:xfrm flipV="1">
            <a:off x="5135878" y="4699676"/>
            <a:ext cx="1226785" cy="1462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A96B85ED-1B97-2C1F-566A-4F9A3EA92D5A}"/>
              </a:ext>
            </a:extLst>
          </p:cNvPr>
          <p:cNvCxnSpPr/>
          <p:nvPr/>
        </p:nvCxnSpPr>
        <p:spPr>
          <a:xfrm flipV="1">
            <a:off x="5135876" y="4736033"/>
            <a:ext cx="1247364" cy="2511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0887B23D-2EB7-7254-30BD-903F263712C9}"/>
              </a:ext>
            </a:extLst>
          </p:cNvPr>
          <p:cNvCxnSpPr/>
          <p:nvPr/>
        </p:nvCxnSpPr>
        <p:spPr>
          <a:xfrm flipV="1">
            <a:off x="5135876" y="4736033"/>
            <a:ext cx="1247364" cy="3593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5F1141DF-12D4-26EE-D16B-4A62FA8D4D81}"/>
              </a:ext>
            </a:extLst>
          </p:cNvPr>
          <p:cNvCxnSpPr/>
          <p:nvPr/>
        </p:nvCxnSpPr>
        <p:spPr>
          <a:xfrm flipH="1">
            <a:off x="6438938" y="2893047"/>
            <a:ext cx="1226782" cy="1842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Rechte verbindingslijn 75">
            <a:extLst>
              <a:ext uri="{FF2B5EF4-FFF2-40B4-BE49-F238E27FC236}">
                <a16:creationId xmlns:a16="http://schemas.microsoft.com/office/drawing/2014/main" id="{1CA01030-8BF8-A724-1635-440AC76B1310}"/>
              </a:ext>
            </a:extLst>
          </p:cNvPr>
          <p:cNvCxnSpPr>
            <a:cxnSpLocks/>
          </p:cNvCxnSpPr>
          <p:nvPr/>
        </p:nvCxnSpPr>
        <p:spPr>
          <a:xfrm flipH="1">
            <a:off x="6456493" y="3976566"/>
            <a:ext cx="1209227" cy="759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Rechte verbindingslijn 77">
            <a:extLst>
              <a:ext uri="{FF2B5EF4-FFF2-40B4-BE49-F238E27FC236}">
                <a16:creationId xmlns:a16="http://schemas.microsoft.com/office/drawing/2014/main" id="{387247B4-E4BA-F49B-2ECB-01CF01919560}"/>
              </a:ext>
            </a:extLst>
          </p:cNvPr>
          <p:cNvCxnSpPr/>
          <p:nvPr/>
        </p:nvCxnSpPr>
        <p:spPr>
          <a:xfrm flipH="1" flipV="1">
            <a:off x="6456493" y="4772390"/>
            <a:ext cx="1209227" cy="289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617C70C2-1182-7940-DB47-910712E5FBD1}"/>
              </a:ext>
            </a:extLst>
          </p:cNvPr>
          <p:cNvCxnSpPr/>
          <p:nvPr/>
        </p:nvCxnSpPr>
        <p:spPr>
          <a:xfrm flipH="1" flipV="1">
            <a:off x="6400798" y="4736033"/>
            <a:ext cx="1264922" cy="1418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Rechte verbindingslijn 83">
            <a:extLst>
              <a:ext uri="{FF2B5EF4-FFF2-40B4-BE49-F238E27FC236}">
                <a16:creationId xmlns:a16="http://schemas.microsoft.com/office/drawing/2014/main" id="{F555B621-92B3-14D7-C163-E9F1BA0F646C}"/>
              </a:ext>
            </a:extLst>
          </p:cNvPr>
          <p:cNvCxnSpPr/>
          <p:nvPr/>
        </p:nvCxnSpPr>
        <p:spPr>
          <a:xfrm flipH="1" flipV="1">
            <a:off x="6380221" y="4743129"/>
            <a:ext cx="1285499" cy="2493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Rechte verbindingslijn 85">
            <a:extLst>
              <a:ext uri="{FF2B5EF4-FFF2-40B4-BE49-F238E27FC236}">
                <a16:creationId xmlns:a16="http://schemas.microsoft.com/office/drawing/2014/main" id="{7454C356-423B-5818-EB5A-0BF41CFD67B8}"/>
              </a:ext>
            </a:extLst>
          </p:cNvPr>
          <p:cNvCxnSpPr/>
          <p:nvPr/>
        </p:nvCxnSpPr>
        <p:spPr>
          <a:xfrm flipH="1" flipV="1">
            <a:off x="6400798" y="4786583"/>
            <a:ext cx="1264922" cy="3532281"/>
          </a:xfrm>
          <a:prstGeom prst="line">
            <a:avLst/>
          </a:prstGeom>
        </p:spPr>
        <p:style>
          <a:lnRef idx="1">
            <a:schemeClr val="accent1"/>
          </a:lnRef>
          <a:fillRef idx="0">
            <a:schemeClr val="accent1"/>
          </a:fillRef>
          <a:effectRef idx="0">
            <a:schemeClr val="accent1"/>
          </a:effectRef>
          <a:fontRef idx="minor">
            <a:schemeClr val="tx1"/>
          </a:fontRef>
        </p:style>
      </p:cxnSp>
      <p:sp>
        <p:nvSpPr>
          <p:cNvPr id="5" name="Ster: 12 punten 4">
            <a:extLst>
              <a:ext uri="{FF2B5EF4-FFF2-40B4-BE49-F238E27FC236}">
                <a16:creationId xmlns:a16="http://schemas.microsoft.com/office/drawing/2014/main" id="{A89B40EB-523F-38CC-B4BA-4A4E2DA712AC}"/>
              </a:ext>
            </a:extLst>
          </p:cNvPr>
          <p:cNvSpPr/>
          <p:nvPr/>
        </p:nvSpPr>
        <p:spPr>
          <a:xfrm>
            <a:off x="5498931" y="4027118"/>
            <a:ext cx="1803738" cy="1546964"/>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a:t>Top Event</a:t>
            </a:r>
          </a:p>
          <a:p>
            <a:pPr algn="ctr"/>
            <a:r>
              <a:rPr lang="nl-NL" sz="1200"/>
              <a:t>Verlies van beschikbaarheid</a:t>
            </a:r>
          </a:p>
        </p:txBody>
      </p:sp>
      <p:sp>
        <p:nvSpPr>
          <p:cNvPr id="2" name="Tekstvak 1">
            <a:extLst>
              <a:ext uri="{FF2B5EF4-FFF2-40B4-BE49-F238E27FC236}">
                <a16:creationId xmlns:a16="http://schemas.microsoft.com/office/drawing/2014/main" id="{E0CD0E86-CA72-06C9-2BEB-E37376E896CC}"/>
              </a:ext>
            </a:extLst>
          </p:cNvPr>
          <p:cNvSpPr txBox="1"/>
          <p:nvPr/>
        </p:nvSpPr>
        <p:spPr>
          <a:xfrm>
            <a:off x="237577" y="815820"/>
            <a:ext cx="2255520" cy="369332"/>
          </a:xfrm>
          <a:prstGeom prst="rect">
            <a:avLst/>
          </a:prstGeom>
          <a:noFill/>
        </p:spPr>
        <p:txBody>
          <a:bodyPr wrap="square">
            <a:spAutoFit/>
          </a:bodyPr>
          <a:lstStyle/>
          <a:p>
            <a:pPr algn="ctr"/>
            <a:r>
              <a:rPr lang="nl-NL"/>
              <a:t>Bedreigingen</a:t>
            </a:r>
          </a:p>
        </p:txBody>
      </p:sp>
      <p:sp>
        <p:nvSpPr>
          <p:cNvPr id="3" name="Tekstvak 2">
            <a:extLst>
              <a:ext uri="{FF2B5EF4-FFF2-40B4-BE49-F238E27FC236}">
                <a16:creationId xmlns:a16="http://schemas.microsoft.com/office/drawing/2014/main" id="{C0B9834C-35F8-C4C7-4F41-B037CF3482D1}"/>
              </a:ext>
            </a:extLst>
          </p:cNvPr>
          <p:cNvSpPr txBox="1"/>
          <p:nvPr/>
        </p:nvSpPr>
        <p:spPr>
          <a:xfrm>
            <a:off x="2535263" y="815820"/>
            <a:ext cx="2963668" cy="369332"/>
          </a:xfrm>
          <a:prstGeom prst="rect">
            <a:avLst/>
          </a:prstGeom>
          <a:noFill/>
        </p:spPr>
        <p:txBody>
          <a:bodyPr wrap="square">
            <a:spAutoFit/>
          </a:bodyPr>
          <a:lstStyle/>
          <a:p>
            <a:pPr algn="ctr"/>
            <a:r>
              <a:rPr lang="nl-NL"/>
              <a:t>Preventieve maatregelen</a:t>
            </a:r>
          </a:p>
        </p:txBody>
      </p:sp>
      <p:sp>
        <p:nvSpPr>
          <p:cNvPr id="6" name="Tekstvak 5">
            <a:extLst>
              <a:ext uri="{FF2B5EF4-FFF2-40B4-BE49-F238E27FC236}">
                <a16:creationId xmlns:a16="http://schemas.microsoft.com/office/drawing/2014/main" id="{D4288B03-35EB-AA58-4DD0-6838C8434CA1}"/>
              </a:ext>
            </a:extLst>
          </p:cNvPr>
          <p:cNvSpPr txBox="1"/>
          <p:nvPr/>
        </p:nvSpPr>
        <p:spPr>
          <a:xfrm>
            <a:off x="10387417" y="815820"/>
            <a:ext cx="2255520" cy="369332"/>
          </a:xfrm>
          <a:prstGeom prst="rect">
            <a:avLst/>
          </a:prstGeom>
          <a:noFill/>
        </p:spPr>
        <p:txBody>
          <a:bodyPr wrap="square">
            <a:spAutoFit/>
          </a:bodyPr>
          <a:lstStyle/>
          <a:p>
            <a:pPr algn="ctr"/>
            <a:r>
              <a:rPr lang="nl-NL"/>
              <a:t>Consequenties</a:t>
            </a:r>
          </a:p>
        </p:txBody>
      </p:sp>
      <p:sp>
        <p:nvSpPr>
          <p:cNvPr id="9" name="Tekstvak 8">
            <a:extLst>
              <a:ext uri="{FF2B5EF4-FFF2-40B4-BE49-F238E27FC236}">
                <a16:creationId xmlns:a16="http://schemas.microsoft.com/office/drawing/2014/main" id="{0749591C-19A6-0CB1-F00C-49C0F6F17938}"/>
              </a:ext>
            </a:extLst>
          </p:cNvPr>
          <p:cNvSpPr txBox="1"/>
          <p:nvPr/>
        </p:nvSpPr>
        <p:spPr>
          <a:xfrm>
            <a:off x="7423749" y="815820"/>
            <a:ext cx="2963668" cy="369332"/>
          </a:xfrm>
          <a:prstGeom prst="rect">
            <a:avLst/>
          </a:prstGeom>
          <a:noFill/>
        </p:spPr>
        <p:txBody>
          <a:bodyPr wrap="square">
            <a:spAutoFit/>
          </a:bodyPr>
          <a:lstStyle/>
          <a:p>
            <a:pPr algn="ctr"/>
            <a:r>
              <a:rPr lang="nl-NL"/>
              <a:t>Correctieve maatregelen</a:t>
            </a:r>
          </a:p>
        </p:txBody>
      </p:sp>
      <p:sp>
        <p:nvSpPr>
          <p:cNvPr id="14" name="Oval 13">
            <a:extLst>
              <a:ext uri="{FF2B5EF4-FFF2-40B4-BE49-F238E27FC236}">
                <a16:creationId xmlns:a16="http://schemas.microsoft.com/office/drawing/2014/main" id="{5710BCEA-D249-E1FA-BD61-6FC334992500}"/>
              </a:ext>
            </a:extLst>
          </p:cNvPr>
          <p:cNvSpPr/>
          <p:nvPr/>
        </p:nvSpPr>
        <p:spPr>
          <a:xfrm>
            <a:off x="2308151" y="6918661"/>
            <a:ext cx="1648551" cy="7343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Noodstroomvoorziening</a:t>
            </a:r>
            <a:endParaRPr lang="nl-NL" sz="1400"/>
          </a:p>
        </p:txBody>
      </p:sp>
      <p:sp>
        <p:nvSpPr>
          <p:cNvPr id="15" name="Oval 14">
            <a:extLst>
              <a:ext uri="{FF2B5EF4-FFF2-40B4-BE49-F238E27FC236}">
                <a16:creationId xmlns:a16="http://schemas.microsoft.com/office/drawing/2014/main" id="{FFAF5F2F-D6F8-D3AD-C914-17B7A6FAE4BE}"/>
              </a:ext>
            </a:extLst>
          </p:cNvPr>
          <p:cNvSpPr/>
          <p:nvPr/>
        </p:nvSpPr>
        <p:spPr>
          <a:xfrm>
            <a:off x="2603015" y="2530899"/>
            <a:ext cx="1795729" cy="6961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Bescherming</a:t>
            </a:r>
            <a:r>
              <a:rPr lang="en-US" sz="1400"/>
              <a:t> service</a:t>
            </a:r>
            <a:endParaRPr lang="nl-NL" sz="1400"/>
          </a:p>
        </p:txBody>
      </p:sp>
      <p:sp>
        <p:nvSpPr>
          <p:cNvPr id="16" name="Oval 15">
            <a:extLst>
              <a:ext uri="{FF2B5EF4-FFF2-40B4-BE49-F238E27FC236}">
                <a16:creationId xmlns:a16="http://schemas.microsoft.com/office/drawing/2014/main" id="{9D19DE4E-05D7-5F0A-3C1F-7BC278F6C08D}"/>
              </a:ext>
            </a:extLst>
          </p:cNvPr>
          <p:cNvSpPr/>
          <p:nvPr/>
        </p:nvSpPr>
        <p:spPr>
          <a:xfrm>
            <a:off x="2411416" y="3676306"/>
            <a:ext cx="1795729" cy="6961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Redundante</a:t>
            </a:r>
            <a:r>
              <a:rPr lang="en-US" sz="1400"/>
              <a:t> servers</a:t>
            </a:r>
          </a:p>
        </p:txBody>
      </p:sp>
      <p:sp>
        <p:nvSpPr>
          <p:cNvPr id="17" name="Oval 16">
            <a:extLst>
              <a:ext uri="{FF2B5EF4-FFF2-40B4-BE49-F238E27FC236}">
                <a16:creationId xmlns:a16="http://schemas.microsoft.com/office/drawing/2014/main" id="{587D47D9-77AA-4155-6776-73A789E7D66C}"/>
              </a:ext>
            </a:extLst>
          </p:cNvPr>
          <p:cNvSpPr/>
          <p:nvPr/>
        </p:nvSpPr>
        <p:spPr>
          <a:xfrm>
            <a:off x="4414321" y="3656920"/>
            <a:ext cx="1226785" cy="62920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SLA</a:t>
            </a:r>
            <a:endParaRPr lang="nl-NL" sz="1400"/>
          </a:p>
        </p:txBody>
      </p:sp>
      <p:sp>
        <p:nvSpPr>
          <p:cNvPr id="32" name="Oval 31">
            <a:extLst>
              <a:ext uri="{FF2B5EF4-FFF2-40B4-BE49-F238E27FC236}">
                <a16:creationId xmlns:a16="http://schemas.microsoft.com/office/drawing/2014/main" id="{2F509F25-01CC-395A-2C81-B308794F8E17}"/>
              </a:ext>
            </a:extLst>
          </p:cNvPr>
          <p:cNvSpPr/>
          <p:nvPr/>
        </p:nvSpPr>
        <p:spPr>
          <a:xfrm>
            <a:off x="2411415" y="4767614"/>
            <a:ext cx="1795729" cy="6961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4G/5G back-up</a:t>
            </a:r>
          </a:p>
        </p:txBody>
      </p:sp>
      <p:sp>
        <p:nvSpPr>
          <p:cNvPr id="34" name="Oval 33">
            <a:extLst>
              <a:ext uri="{FF2B5EF4-FFF2-40B4-BE49-F238E27FC236}">
                <a16:creationId xmlns:a16="http://schemas.microsoft.com/office/drawing/2014/main" id="{460D7D6D-3F55-3148-D598-D4F0B643EB2F}"/>
              </a:ext>
            </a:extLst>
          </p:cNvPr>
          <p:cNvSpPr/>
          <p:nvPr/>
        </p:nvSpPr>
        <p:spPr>
          <a:xfrm>
            <a:off x="4303164" y="4763682"/>
            <a:ext cx="1234444" cy="5544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a:t>Dual-WAN</a:t>
            </a:r>
            <a:endParaRPr lang="en-US" sz="1400"/>
          </a:p>
        </p:txBody>
      </p:sp>
      <p:sp>
        <p:nvSpPr>
          <p:cNvPr id="40" name="Oval 39">
            <a:extLst>
              <a:ext uri="{FF2B5EF4-FFF2-40B4-BE49-F238E27FC236}">
                <a16:creationId xmlns:a16="http://schemas.microsoft.com/office/drawing/2014/main" id="{A5240253-900E-5A4F-8332-E98ECA5C224B}"/>
              </a:ext>
            </a:extLst>
          </p:cNvPr>
          <p:cNvSpPr/>
          <p:nvPr/>
        </p:nvSpPr>
        <p:spPr>
          <a:xfrm>
            <a:off x="2834289" y="5834121"/>
            <a:ext cx="1323637"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EDR Software</a:t>
            </a:r>
          </a:p>
        </p:txBody>
      </p:sp>
      <p:sp>
        <p:nvSpPr>
          <p:cNvPr id="41" name="Oval 40">
            <a:extLst>
              <a:ext uri="{FF2B5EF4-FFF2-40B4-BE49-F238E27FC236}">
                <a16:creationId xmlns:a16="http://schemas.microsoft.com/office/drawing/2014/main" id="{405C7048-7ADA-07B7-7C99-0EE160FF4B1C}"/>
              </a:ext>
            </a:extLst>
          </p:cNvPr>
          <p:cNvSpPr/>
          <p:nvPr/>
        </p:nvSpPr>
        <p:spPr>
          <a:xfrm>
            <a:off x="4140122" y="6831285"/>
            <a:ext cx="1323637" cy="70167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Laptops</a:t>
            </a:r>
            <a:endParaRPr lang="nl-NL" sz="1400"/>
          </a:p>
        </p:txBody>
      </p:sp>
      <p:sp>
        <p:nvSpPr>
          <p:cNvPr id="43" name="Oval 42">
            <a:extLst>
              <a:ext uri="{FF2B5EF4-FFF2-40B4-BE49-F238E27FC236}">
                <a16:creationId xmlns:a16="http://schemas.microsoft.com/office/drawing/2014/main" id="{D13F43DD-5A9A-CC0E-3294-6114B0A35586}"/>
              </a:ext>
            </a:extLst>
          </p:cNvPr>
          <p:cNvSpPr/>
          <p:nvPr/>
        </p:nvSpPr>
        <p:spPr>
          <a:xfrm>
            <a:off x="7291202" y="2713167"/>
            <a:ext cx="1264923" cy="5706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Back-up</a:t>
            </a:r>
          </a:p>
        </p:txBody>
      </p:sp>
      <p:sp>
        <p:nvSpPr>
          <p:cNvPr id="44" name="Oval 43">
            <a:extLst>
              <a:ext uri="{FF2B5EF4-FFF2-40B4-BE49-F238E27FC236}">
                <a16:creationId xmlns:a16="http://schemas.microsoft.com/office/drawing/2014/main" id="{628E1BCA-EBFC-0BD0-2018-C70EA0CB9B38}"/>
              </a:ext>
            </a:extLst>
          </p:cNvPr>
          <p:cNvSpPr/>
          <p:nvPr/>
        </p:nvSpPr>
        <p:spPr>
          <a:xfrm>
            <a:off x="8623779" y="2557132"/>
            <a:ext cx="1795729" cy="6961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Lokale</a:t>
            </a:r>
            <a:r>
              <a:rPr lang="en-US" sz="1400"/>
              <a:t> </a:t>
            </a:r>
            <a:r>
              <a:rPr lang="en-US" sz="1400" err="1"/>
              <a:t>noodset</a:t>
            </a:r>
            <a:endParaRPr lang="en-US" sz="1400"/>
          </a:p>
        </p:txBody>
      </p:sp>
      <p:sp>
        <p:nvSpPr>
          <p:cNvPr id="55" name="Oval 54">
            <a:extLst>
              <a:ext uri="{FF2B5EF4-FFF2-40B4-BE49-F238E27FC236}">
                <a16:creationId xmlns:a16="http://schemas.microsoft.com/office/drawing/2014/main" id="{F05A05E4-A7D2-3C8E-0227-203311E430DB}"/>
              </a:ext>
            </a:extLst>
          </p:cNvPr>
          <p:cNvSpPr/>
          <p:nvPr/>
        </p:nvSpPr>
        <p:spPr>
          <a:xfrm>
            <a:off x="7003085" y="3735280"/>
            <a:ext cx="1795729" cy="6961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fysieke</a:t>
            </a:r>
            <a:r>
              <a:rPr lang="en-US" sz="1400"/>
              <a:t> agenda</a:t>
            </a:r>
          </a:p>
        </p:txBody>
      </p:sp>
      <p:sp>
        <p:nvSpPr>
          <p:cNvPr id="56" name="Oval 55">
            <a:extLst>
              <a:ext uri="{FF2B5EF4-FFF2-40B4-BE49-F238E27FC236}">
                <a16:creationId xmlns:a16="http://schemas.microsoft.com/office/drawing/2014/main" id="{94386CC4-99F9-5BF3-BA72-536761A596FB}"/>
              </a:ext>
            </a:extLst>
          </p:cNvPr>
          <p:cNvSpPr/>
          <p:nvPr/>
        </p:nvSpPr>
        <p:spPr>
          <a:xfrm>
            <a:off x="8905583" y="3725712"/>
            <a:ext cx="1620694" cy="630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verzetten</a:t>
            </a:r>
            <a:endParaRPr lang="en-US" sz="1400"/>
          </a:p>
        </p:txBody>
      </p:sp>
      <p:sp>
        <p:nvSpPr>
          <p:cNvPr id="57" name="Oval 56">
            <a:extLst>
              <a:ext uri="{FF2B5EF4-FFF2-40B4-BE49-F238E27FC236}">
                <a16:creationId xmlns:a16="http://schemas.microsoft.com/office/drawing/2014/main" id="{0E2D5359-6235-8216-E0D2-DBEFDA76F57E}"/>
              </a:ext>
            </a:extLst>
          </p:cNvPr>
          <p:cNvSpPr/>
          <p:nvPr/>
        </p:nvSpPr>
        <p:spPr>
          <a:xfrm>
            <a:off x="7251075" y="4691152"/>
            <a:ext cx="1513925" cy="64008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Extra </a:t>
            </a:r>
            <a:r>
              <a:rPr lang="en-US" sz="1400" err="1"/>
              <a:t>personeel</a:t>
            </a:r>
            <a:endParaRPr lang="en-US" sz="1400"/>
          </a:p>
        </p:txBody>
      </p:sp>
      <p:sp>
        <p:nvSpPr>
          <p:cNvPr id="58" name="Oval 57">
            <a:extLst>
              <a:ext uri="{FF2B5EF4-FFF2-40B4-BE49-F238E27FC236}">
                <a16:creationId xmlns:a16="http://schemas.microsoft.com/office/drawing/2014/main" id="{2FDE6248-13DD-5CDB-1995-371DD4A4C083}"/>
              </a:ext>
            </a:extLst>
          </p:cNvPr>
          <p:cNvSpPr/>
          <p:nvPr/>
        </p:nvSpPr>
        <p:spPr>
          <a:xfrm>
            <a:off x="8935171" y="4726314"/>
            <a:ext cx="1620694" cy="6049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Extra </a:t>
            </a:r>
            <a:r>
              <a:rPr lang="en-US" sz="1400" err="1"/>
              <a:t>spreekuren</a:t>
            </a:r>
            <a:endParaRPr lang="en-US" sz="1400"/>
          </a:p>
        </p:txBody>
      </p:sp>
      <p:sp>
        <p:nvSpPr>
          <p:cNvPr id="59" name="Oval 58">
            <a:extLst>
              <a:ext uri="{FF2B5EF4-FFF2-40B4-BE49-F238E27FC236}">
                <a16:creationId xmlns:a16="http://schemas.microsoft.com/office/drawing/2014/main" id="{FA273C34-6B86-642E-9452-0328490E093C}"/>
              </a:ext>
            </a:extLst>
          </p:cNvPr>
          <p:cNvSpPr/>
          <p:nvPr/>
        </p:nvSpPr>
        <p:spPr>
          <a:xfrm>
            <a:off x="6870618" y="5677157"/>
            <a:ext cx="1513926" cy="6223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SLA claim</a:t>
            </a:r>
          </a:p>
        </p:txBody>
      </p:sp>
      <p:sp>
        <p:nvSpPr>
          <p:cNvPr id="61" name="Oval 60">
            <a:extLst>
              <a:ext uri="{FF2B5EF4-FFF2-40B4-BE49-F238E27FC236}">
                <a16:creationId xmlns:a16="http://schemas.microsoft.com/office/drawing/2014/main" id="{D8ACB093-038E-48A7-5D7E-0C126D646888}"/>
              </a:ext>
            </a:extLst>
          </p:cNvPr>
          <p:cNvSpPr/>
          <p:nvPr/>
        </p:nvSpPr>
        <p:spPr>
          <a:xfrm>
            <a:off x="8765000" y="5736277"/>
            <a:ext cx="1795729" cy="6961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Bedrijfsschadeverzekering</a:t>
            </a:r>
            <a:r>
              <a:rPr lang="en-US" sz="1400"/>
              <a:t> claim</a:t>
            </a:r>
          </a:p>
        </p:txBody>
      </p:sp>
      <p:sp>
        <p:nvSpPr>
          <p:cNvPr id="62" name="Oval 61">
            <a:extLst>
              <a:ext uri="{FF2B5EF4-FFF2-40B4-BE49-F238E27FC236}">
                <a16:creationId xmlns:a16="http://schemas.microsoft.com/office/drawing/2014/main" id="{D1AD4B4F-1897-DB61-5680-4FC6672D224B}"/>
              </a:ext>
            </a:extLst>
          </p:cNvPr>
          <p:cNvSpPr/>
          <p:nvPr/>
        </p:nvSpPr>
        <p:spPr>
          <a:xfrm>
            <a:off x="7120266" y="6829878"/>
            <a:ext cx="1403810" cy="5831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Communicatieplan</a:t>
            </a:r>
            <a:endParaRPr lang="en-US" sz="1400"/>
          </a:p>
        </p:txBody>
      </p:sp>
      <p:sp>
        <p:nvSpPr>
          <p:cNvPr id="63" name="Oval 62">
            <a:extLst>
              <a:ext uri="{FF2B5EF4-FFF2-40B4-BE49-F238E27FC236}">
                <a16:creationId xmlns:a16="http://schemas.microsoft.com/office/drawing/2014/main" id="{3569F63A-480E-6BA4-B5B3-EC30679D31BD}"/>
              </a:ext>
            </a:extLst>
          </p:cNvPr>
          <p:cNvSpPr/>
          <p:nvPr/>
        </p:nvSpPr>
        <p:spPr>
          <a:xfrm>
            <a:off x="8869516" y="6918661"/>
            <a:ext cx="1725027" cy="6115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Klachtenafhandeling</a:t>
            </a:r>
            <a:endParaRPr lang="en-US" sz="1400"/>
          </a:p>
        </p:txBody>
      </p:sp>
    </p:spTree>
    <p:extLst>
      <p:ext uri="{BB962C8B-B14F-4D97-AF65-F5344CB8AC3E}">
        <p14:creationId xmlns:p14="http://schemas.microsoft.com/office/powerpoint/2010/main" val="408095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CC5318B9-836D-0058-460B-D018D7B80608}"/>
              </a:ext>
            </a:extLst>
          </p:cNvPr>
          <p:cNvSpPr/>
          <p:nvPr/>
        </p:nvSpPr>
        <p:spPr>
          <a:xfrm>
            <a:off x="5667076" y="2156611"/>
            <a:ext cx="1467448" cy="722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a:t>Hazard</a:t>
            </a:r>
          </a:p>
        </p:txBody>
      </p:sp>
      <p:cxnSp>
        <p:nvCxnSpPr>
          <p:cNvPr id="7" name="Rechte verbindingslijn 6">
            <a:extLst>
              <a:ext uri="{FF2B5EF4-FFF2-40B4-BE49-F238E27FC236}">
                <a16:creationId xmlns:a16="http://schemas.microsoft.com/office/drawing/2014/main" id="{641E400A-85B2-1AF6-79DB-8B4F71E4D870}"/>
              </a:ext>
            </a:extLst>
          </p:cNvPr>
          <p:cNvCxnSpPr>
            <a:cxnSpLocks/>
            <a:stCxn id="4" idx="2"/>
            <a:endCxn id="5" idx="10"/>
          </p:cNvCxnSpPr>
          <p:nvPr/>
        </p:nvCxnSpPr>
        <p:spPr>
          <a:xfrm>
            <a:off x="6400800" y="2878853"/>
            <a:ext cx="0" cy="1148265"/>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45768A74-F0F6-E04A-7A0A-D04FD9451724}"/>
              </a:ext>
            </a:extLst>
          </p:cNvPr>
          <p:cNvSpPr/>
          <p:nvPr/>
        </p:nvSpPr>
        <p:spPr>
          <a:xfrm>
            <a:off x="568540" y="132776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a:solidFill>
                  <a:schemeClr val="tx1"/>
                </a:solidFill>
              </a:rPr>
              <a:t>Bedreiging</a:t>
            </a:r>
          </a:p>
        </p:txBody>
      </p:sp>
      <p:sp>
        <p:nvSpPr>
          <p:cNvPr id="11" name="Tekstvak 10">
            <a:extLst>
              <a:ext uri="{FF2B5EF4-FFF2-40B4-BE49-F238E27FC236}">
                <a16:creationId xmlns:a16="http://schemas.microsoft.com/office/drawing/2014/main" id="{27EDF29A-F533-F72E-8F4B-378D29E41064}"/>
              </a:ext>
            </a:extLst>
          </p:cNvPr>
          <p:cNvSpPr txBox="1"/>
          <p:nvPr/>
        </p:nvSpPr>
        <p:spPr>
          <a:xfrm>
            <a:off x="237577" y="815820"/>
            <a:ext cx="2255520" cy="369332"/>
          </a:xfrm>
          <a:prstGeom prst="rect">
            <a:avLst/>
          </a:prstGeom>
          <a:noFill/>
        </p:spPr>
        <p:txBody>
          <a:bodyPr wrap="square">
            <a:spAutoFit/>
          </a:bodyPr>
          <a:lstStyle/>
          <a:p>
            <a:pPr algn="ctr"/>
            <a:r>
              <a:rPr lang="nl-NL"/>
              <a:t>Bedreigingen</a:t>
            </a:r>
          </a:p>
        </p:txBody>
      </p:sp>
      <p:sp>
        <p:nvSpPr>
          <p:cNvPr id="12" name="Tekstvak 11">
            <a:extLst>
              <a:ext uri="{FF2B5EF4-FFF2-40B4-BE49-F238E27FC236}">
                <a16:creationId xmlns:a16="http://schemas.microsoft.com/office/drawing/2014/main" id="{53E84FEE-6C76-EE30-7CE1-A07BF04DCCD9}"/>
              </a:ext>
            </a:extLst>
          </p:cNvPr>
          <p:cNvSpPr txBox="1"/>
          <p:nvPr/>
        </p:nvSpPr>
        <p:spPr>
          <a:xfrm>
            <a:off x="2535263" y="815820"/>
            <a:ext cx="2963668" cy="369332"/>
          </a:xfrm>
          <a:prstGeom prst="rect">
            <a:avLst/>
          </a:prstGeom>
          <a:noFill/>
        </p:spPr>
        <p:txBody>
          <a:bodyPr wrap="square">
            <a:spAutoFit/>
          </a:bodyPr>
          <a:lstStyle/>
          <a:p>
            <a:pPr algn="ctr"/>
            <a:r>
              <a:rPr lang="nl-NL"/>
              <a:t>Preventieve maatregelen</a:t>
            </a:r>
          </a:p>
        </p:txBody>
      </p:sp>
      <p:sp>
        <p:nvSpPr>
          <p:cNvPr id="13" name="Rechthoek 12">
            <a:extLst>
              <a:ext uri="{FF2B5EF4-FFF2-40B4-BE49-F238E27FC236}">
                <a16:creationId xmlns:a16="http://schemas.microsoft.com/office/drawing/2014/main" id="{3C065792-9293-F819-4F90-36EA66D9D889}"/>
              </a:ext>
            </a:extLst>
          </p:cNvPr>
          <p:cNvSpPr/>
          <p:nvPr/>
        </p:nvSpPr>
        <p:spPr>
          <a:xfrm>
            <a:off x="10726037" y="132776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a:solidFill>
                  <a:schemeClr val="tx1"/>
                </a:solidFill>
              </a:rPr>
              <a:t>Consequentie</a:t>
            </a:r>
          </a:p>
        </p:txBody>
      </p:sp>
      <p:sp>
        <p:nvSpPr>
          <p:cNvPr id="14" name="Tekstvak 13">
            <a:extLst>
              <a:ext uri="{FF2B5EF4-FFF2-40B4-BE49-F238E27FC236}">
                <a16:creationId xmlns:a16="http://schemas.microsoft.com/office/drawing/2014/main" id="{0BB44810-8CA3-377E-5C8E-58A6771DF960}"/>
              </a:ext>
            </a:extLst>
          </p:cNvPr>
          <p:cNvSpPr txBox="1"/>
          <p:nvPr/>
        </p:nvSpPr>
        <p:spPr>
          <a:xfrm>
            <a:off x="10387417" y="815820"/>
            <a:ext cx="2255520" cy="369332"/>
          </a:xfrm>
          <a:prstGeom prst="rect">
            <a:avLst/>
          </a:prstGeom>
          <a:noFill/>
        </p:spPr>
        <p:txBody>
          <a:bodyPr wrap="square">
            <a:spAutoFit/>
          </a:bodyPr>
          <a:lstStyle/>
          <a:p>
            <a:pPr algn="ctr"/>
            <a:r>
              <a:rPr lang="nl-NL"/>
              <a:t>Consequenties</a:t>
            </a:r>
          </a:p>
        </p:txBody>
      </p:sp>
      <p:sp>
        <p:nvSpPr>
          <p:cNvPr id="15" name="Tekstvak 14">
            <a:extLst>
              <a:ext uri="{FF2B5EF4-FFF2-40B4-BE49-F238E27FC236}">
                <a16:creationId xmlns:a16="http://schemas.microsoft.com/office/drawing/2014/main" id="{5DA22DA4-388C-233D-BF87-518D031652CF}"/>
              </a:ext>
            </a:extLst>
          </p:cNvPr>
          <p:cNvSpPr txBox="1"/>
          <p:nvPr/>
        </p:nvSpPr>
        <p:spPr>
          <a:xfrm>
            <a:off x="7423749" y="815820"/>
            <a:ext cx="2963668" cy="369332"/>
          </a:xfrm>
          <a:prstGeom prst="rect">
            <a:avLst/>
          </a:prstGeom>
          <a:noFill/>
        </p:spPr>
        <p:txBody>
          <a:bodyPr wrap="square">
            <a:spAutoFit/>
          </a:bodyPr>
          <a:lstStyle/>
          <a:p>
            <a:pPr algn="ctr"/>
            <a:r>
              <a:rPr lang="nl-NL"/>
              <a:t>Correctieve maatregelen</a:t>
            </a:r>
          </a:p>
        </p:txBody>
      </p:sp>
      <p:sp>
        <p:nvSpPr>
          <p:cNvPr id="18" name="Rechthoek 17">
            <a:extLst>
              <a:ext uri="{FF2B5EF4-FFF2-40B4-BE49-F238E27FC236}">
                <a16:creationId xmlns:a16="http://schemas.microsoft.com/office/drawing/2014/main" id="{0FC9159E-6817-2E6F-C493-FCC40DCE6B65}"/>
              </a:ext>
            </a:extLst>
          </p:cNvPr>
          <p:cNvSpPr/>
          <p:nvPr/>
        </p:nvSpPr>
        <p:spPr>
          <a:xfrm>
            <a:off x="576197" y="2420432"/>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Phishing/social engineering</a:t>
            </a:r>
            <a:endParaRPr lang="nl-NL" sz="1200">
              <a:solidFill>
                <a:schemeClr val="tx1"/>
              </a:solidFill>
            </a:endParaRPr>
          </a:p>
        </p:txBody>
      </p:sp>
      <p:sp>
        <p:nvSpPr>
          <p:cNvPr id="19" name="Rechthoek 18">
            <a:extLst>
              <a:ext uri="{FF2B5EF4-FFF2-40B4-BE49-F238E27FC236}">
                <a16:creationId xmlns:a16="http://schemas.microsoft.com/office/drawing/2014/main" id="{78690AE5-AD53-136D-77DC-54143458D6F1}"/>
              </a:ext>
            </a:extLst>
          </p:cNvPr>
          <p:cNvSpPr/>
          <p:nvPr/>
        </p:nvSpPr>
        <p:spPr>
          <a:xfrm>
            <a:off x="10726037" y="2420432"/>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AVG </a:t>
            </a:r>
            <a:r>
              <a:rPr lang="en-US" sz="1200" err="1">
                <a:solidFill>
                  <a:schemeClr val="tx1"/>
                </a:solidFill>
              </a:rPr>
              <a:t>boetes</a:t>
            </a:r>
            <a:endParaRPr lang="nl-NL" sz="1200">
              <a:solidFill>
                <a:schemeClr val="tx1"/>
              </a:solidFill>
            </a:endParaRPr>
          </a:p>
        </p:txBody>
      </p:sp>
      <p:sp>
        <p:nvSpPr>
          <p:cNvPr id="21" name="Rechthoek 20">
            <a:extLst>
              <a:ext uri="{FF2B5EF4-FFF2-40B4-BE49-F238E27FC236}">
                <a16:creationId xmlns:a16="http://schemas.microsoft.com/office/drawing/2014/main" id="{7DAAEE54-F243-83E5-E4B8-75B99ED9E9CF}"/>
              </a:ext>
            </a:extLst>
          </p:cNvPr>
          <p:cNvSpPr/>
          <p:nvPr/>
        </p:nvSpPr>
        <p:spPr>
          <a:xfrm>
            <a:off x="576197" y="3513104"/>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Zwakke</a:t>
            </a:r>
            <a:r>
              <a:rPr lang="en-US" sz="1200">
                <a:solidFill>
                  <a:schemeClr val="tx1"/>
                </a:solidFill>
              </a:rPr>
              <a:t> </a:t>
            </a:r>
            <a:r>
              <a:rPr lang="en-US" sz="1200" err="1">
                <a:solidFill>
                  <a:schemeClr val="tx1"/>
                </a:solidFill>
              </a:rPr>
              <a:t>wachtwoorden</a:t>
            </a:r>
            <a:endParaRPr lang="nl-NL" sz="1200">
              <a:solidFill>
                <a:schemeClr val="tx1"/>
              </a:solidFill>
            </a:endParaRPr>
          </a:p>
        </p:txBody>
      </p:sp>
      <p:sp>
        <p:nvSpPr>
          <p:cNvPr id="22" name="Rechthoek 21">
            <a:extLst>
              <a:ext uri="{FF2B5EF4-FFF2-40B4-BE49-F238E27FC236}">
                <a16:creationId xmlns:a16="http://schemas.microsoft.com/office/drawing/2014/main" id="{330F8F20-A99F-3480-6156-48C9A6AE62AD}"/>
              </a:ext>
            </a:extLst>
          </p:cNvPr>
          <p:cNvSpPr/>
          <p:nvPr/>
        </p:nvSpPr>
        <p:spPr>
          <a:xfrm>
            <a:off x="10726037" y="3513104"/>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Reputatieschade</a:t>
            </a:r>
            <a:r>
              <a:rPr lang="en-US" sz="1200">
                <a:solidFill>
                  <a:schemeClr val="tx1"/>
                </a:solidFill>
              </a:rPr>
              <a:t> </a:t>
            </a:r>
            <a:r>
              <a:rPr lang="en-US" sz="1200" err="1">
                <a:solidFill>
                  <a:schemeClr val="tx1"/>
                </a:solidFill>
              </a:rPr>
              <a:t>praktijk</a:t>
            </a:r>
            <a:endParaRPr lang="nl-NL" sz="1200">
              <a:solidFill>
                <a:schemeClr val="tx1"/>
              </a:solidFill>
            </a:endParaRPr>
          </a:p>
        </p:txBody>
      </p:sp>
      <p:sp>
        <p:nvSpPr>
          <p:cNvPr id="24" name="Rechthoek 23">
            <a:extLst>
              <a:ext uri="{FF2B5EF4-FFF2-40B4-BE49-F238E27FC236}">
                <a16:creationId xmlns:a16="http://schemas.microsoft.com/office/drawing/2014/main" id="{B18EF456-1B1A-0A57-F1BF-021C9E3A2C7A}"/>
              </a:ext>
            </a:extLst>
          </p:cNvPr>
          <p:cNvSpPr/>
          <p:nvPr/>
        </p:nvSpPr>
        <p:spPr>
          <a:xfrm>
            <a:off x="576197" y="4605776"/>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Onbeveiligde</a:t>
            </a:r>
            <a:r>
              <a:rPr lang="en-US" sz="1200">
                <a:solidFill>
                  <a:schemeClr val="tx1"/>
                </a:solidFill>
              </a:rPr>
              <a:t> </a:t>
            </a:r>
            <a:r>
              <a:rPr lang="en-US" sz="1200" err="1">
                <a:solidFill>
                  <a:schemeClr val="tx1"/>
                </a:solidFill>
              </a:rPr>
              <a:t>netwerken</a:t>
            </a:r>
            <a:r>
              <a:rPr lang="en-US" sz="1200">
                <a:solidFill>
                  <a:schemeClr val="tx1"/>
                </a:solidFill>
              </a:rPr>
              <a:t> (</a:t>
            </a:r>
            <a:r>
              <a:rPr lang="en-US" sz="1200" err="1">
                <a:solidFill>
                  <a:schemeClr val="tx1"/>
                </a:solidFill>
              </a:rPr>
              <a:t>wifi</a:t>
            </a:r>
            <a:r>
              <a:rPr lang="en-US" sz="1200">
                <a:solidFill>
                  <a:schemeClr val="tx1"/>
                </a:solidFill>
              </a:rPr>
              <a:t>)</a:t>
            </a:r>
            <a:endParaRPr lang="nl-NL" sz="1200">
              <a:solidFill>
                <a:schemeClr val="tx1"/>
              </a:solidFill>
            </a:endParaRPr>
          </a:p>
        </p:txBody>
      </p:sp>
      <p:sp>
        <p:nvSpPr>
          <p:cNvPr id="25" name="Rechthoek 24">
            <a:extLst>
              <a:ext uri="{FF2B5EF4-FFF2-40B4-BE49-F238E27FC236}">
                <a16:creationId xmlns:a16="http://schemas.microsoft.com/office/drawing/2014/main" id="{7EE0E25B-D5A3-890D-4FB0-DD3E11C122AD}"/>
              </a:ext>
            </a:extLst>
          </p:cNvPr>
          <p:cNvSpPr/>
          <p:nvPr/>
        </p:nvSpPr>
        <p:spPr>
          <a:xfrm>
            <a:off x="10726037" y="4605776"/>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Identiteitsfraude</a:t>
            </a:r>
            <a:endParaRPr lang="nl-NL" sz="1200">
              <a:solidFill>
                <a:schemeClr val="tx1"/>
              </a:solidFill>
            </a:endParaRPr>
          </a:p>
        </p:txBody>
      </p:sp>
      <p:sp>
        <p:nvSpPr>
          <p:cNvPr id="26" name="Rechthoek 25">
            <a:extLst>
              <a:ext uri="{FF2B5EF4-FFF2-40B4-BE49-F238E27FC236}">
                <a16:creationId xmlns:a16="http://schemas.microsoft.com/office/drawing/2014/main" id="{37546589-B616-9BC0-D435-698EF584CDA2}"/>
              </a:ext>
            </a:extLst>
          </p:cNvPr>
          <p:cNvSpPr/>
          <p:nvPr/>
        </p:nvSpPr>
        <p:spPr>
          <a:xfrm>
            <a:off x="576197" y="5698448"/>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Insider threats (</a:t>
            </a:r>
            <a:r>
              <a:rPr lang="en-US" sz="1200" err="1">
                <a:solidFill>
                  <a:schemeClr val="tx1"/>
                </a:solidFill>
              </a:rPr>
              <a:t>nieuwschierigheid</a:t>
            </a:r>
            <a:r>
              <a:rPr lang="en-US" sz="1200">
                <a:solidFill>
                  <a:schemeClr val="tx1"/>
                </a:solidFill>
              </a:rPr>
              <a:t>)</a:t>
            </a:r>
            <a:endParaRPr lang="nl-NL" sz="1200">
              <a:solidFill>
                <a:schemeClr val="tx1"/>
              </a:solidFill>
            </a:endParaRPr>
          </a:p>
        </p:txBody>
      </p:sp>
      <p:sp>
        <p:nvSpPr>
          <p:cNvPr id="27" name="Rechthoek 26">
            <a:extLst>
              <a:ext uri="{FF2B5EF4-FFF2-40B4-BE49-F238E27FC236}">
                <a16:creationId xmlns:a16="http://schemas.microsoft.com/office/drawing/2014/main" id="{68908524-CBD2-F8DF-3FF2-52DBDAF07F16}"/>
              </a:ext>
            </a:extLst>
          </p:cNvPr>
          <p:cNvSpPr/>
          <p:nvPr/>
        </p:nvSpPr>
        <p:spPr>
          <a:xfrm>
            <a:off x="10726037" y="5698448"/>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Verlies</a:t>
            </a:r>
            <a:r>
              <a:rPr lang="en-US" sz="1200">
                <a:solidFill>
                  <a:schemeClr val="tx1"/>
                </a:solidFill>
              </a:rPr>
              <a:t> </a:t>
            </a:r>
            <a:r>
              <a:rPr lang="en-US" sz="1200" err="1">
                <a:solidFill>
                  <a:schemeClr val="tx1"/>
                </a:solidFill>
              </a:rPr>
              <a:t>patientbestand</a:t>
            </a:r>
            <a:endParaRPr lang="nl-NL" sz="1200">
              <a:solidFill>
                <a:schemeClr val="tx1"/>
              </a:solidFill>
            </a:endParaRPr>
          </a:p>
        </p:txBody>
      </p:sp>
      <p:sp>
        <p:nvSpPr>
          <p:cNvPr id="28" name="Rechthoek 27">
            <a:extLst>
              <a:ext uri="{FF2B5EF4-FFF2-40B4-BE49-F238E27FC236}">
                <a16:creationId xmlns:a16="http://schemas.microsoft.com/office/drawing/2014/main" id="{2BF0E3B8-980E-4852-6C21-16B24725C0EA}"/>
              </a:ext>
            </a:extLst>
          </p:cNvPr>
          <p:cNvSpPr/>
          <p:nvPr/>
        </p:nvSpPr>
        <p:spPr>
          <a:xfrm>
            <a:off x="576197" y="679112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solidFill>
              </a:rPr>
              <a:t>Datalek</a:t>
            </a:r>
            <a:r>
              <a:rPr lang="en-US" sz="1200">
                <a:solidFill>
                  <a:schemeClr val="tx1"/>
                </a:solidFill>
              </a:rPr>
              <a:t> door </a:t>
            </a:r>
            <a:r>
              <a:rPr lang="en-US" sz="1200" err="1">
                <a:solidFill>
                  <a:schemeClr val="tx1"/>
                </a:solidFill>
              </a:rPr>
              <a:t>verkeerde</a:t>
            </a:r>
            <a:r>
              <a:rPr lang="en-US" sz="1200">
                <a:solidFill>
                  <a:schemeClr val="tx1"/>
                </a:solidFill>
              </a:rPr>
              <a:t> </a:t>
            </a:r>
            <a:r>
              <a:rPr lang="en-US" sz="1200" err="1">
                <a:solidFill>
                  <a:schemeClr val="tx1"/>
                </a:solidFill>
              </a:rPr>
              <a:t>ontvanger</a:t>
            </a:r>
            <a:endParaRPr lang="nl-NL" sz="1200">
              <a:solidFill>
                <a:schemeClr val="tx1"/>
              </a:solidFill>
            </a:endParaRPr>
          </a:p>
        </p:txBody>
      </p:sp>
      <p:sp>
        <p:nvSpPr>
          <p:cNvPr id="29" name="Rechthoek 28">
            <a:extLst>
              <a:ext uri="{FF2B5EF4-FFF2-40B4-BE49-F238E27FC236}">
                <a16:creationId xmlns:a16="http://schemas.microsoft.com/office/drawing/2014/main" id="{0C0B1102-D2C8-A971-80F2-667386CAF260}"/>
              </a:ext>
            </a:extLst>
          </p:cNvPr>
          <p:cNvSpPr/>
          <p:nvPr/>
        </p:nvSpPr>
        <p:spPr>
          <a:xfrm>
            <a:off x="10726037" y="679112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0" name="Rechthoek 29">
            <a:extLst>
              <a:ext uri="{FF2B5EF4-FFF2-40B4-BE49-F238E27FC236}">
                <a16:creationId xmlns:a16="http://schemas.microsoft.com/office/drawing/2014/main" id="{252FEF4B-7C6E-3846-82FD-1E9D9C017927}"/>
              </a:ext>
            </a:extLst>
          </p:cNvPr>
          <p:cNvSpPr/>
          <p:nvPr/>
        </p:nvSpPr>
        <p:spPr>
          <a:xfrm>
            <a:off x="576197" y="788379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1" name="Rechthoek 30">
            <a:extLst>
              <a:ext uri="{FF2B5EF4-FFF2-40B4-BE49-F238E27FC236}">
                <a16:creationId xmlns:a16="http://schemas.microsoft.com/office/drawing/2014/main" id="{D4F7ECBE-4D8E-AFE7-F063-9D4C7177BEA1}"/>
              </a:ext>
            </a:extLst>
          </p:cNvPr>
          <p:cNvSpPr/>
          <p:nvPr/>
        </p:nvSpPr>
        <p:spPr>
          <a:xfrm>
            <a:off x="10726037" y="788379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cxnSp>
        <p:nvCxnSpPr>
          <p:cNvPr id="33" name="Rechte verbindingslijn 32">
            <a:extLst>
              <a:ext uri="{FF2B5EF4-FFF2-40B4-BE49-F238E27FC236}">
                <a16:creationId xmlns:a16="http://schemas.microsoft.com/office/drawing/2014/main" id="{81B384F8-2105-EDA1-001E-317331D47302}"/>
              </a:ext>
            </a:extLst>
          </p:cNvPr>
          <p:cNvCxnSpPr>
            <a:stCxn id="8" idx="3"/>
          </p:cNvCxnSpPr>
          <p:nvPr/>
        </p:nvCxnSpPr>
        <p:spPr>
          <a:xfrm>
            <a:off x="2146820" y="179122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AC71937-9C51-DB92-B6D7-565DC80656E7}"/>
              </a:ext>
            </a:extLst>
          </p:cNvPr>
          <p:cNvCxnSpPr>
            <a:cxnSpLocks/>
          </p:cNvCxnSpPr>
          <p:nvPr/>
        </p:nvCxnSpPr>
        <p:spPr>
          <a:xfrm>
            <a:off x="5115298" y="1798320"/>
            <a:ext cx="1285500" cy="2901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4407EE16-2BE0-0C55-D20B-74C918B0573B}"/>
              </a:ext>
            </a:extLst>
          </p:cNvPr>
          <p:cNvCxnSpPr/>
          <p:nvPr/>
        </p:nvCxnSpPr>
        <p:spPr>
          <a:xfrm>
            <a:off x="2154477" y="287885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CAB54FC-C8B1-AC29-A6C5-B0882B61A894}"/>
              </a:ext>
            </a:extLst>
          </p:cNvPr>
          <p:cNvCxnSpPr/>
          <p:nvPr/>
        </p:nvCxnSpPr>
        <p:spPr>
          <a:xfrm>
            <a:off x="2154477" y="3976567"/>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8B654201-20AF-6286-046E-1E40FA5D8C4D}"/>
              </a:ext>
            </a:extLst>
          </p:cNvPr>
          <p:cNvCxnSpPr/>
          <p:nvPr/>
        </p:nvCxnSpPr>
        <p:spPr>
          <a:xfrm>
            <a:off x="2154477" y="5062142"/>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Rechte verbindingslijn 38">
            <a:extLst>
              <a:ext uri="{FF2B5EF4-FFF2-40B4-BE49-F238E27FC236}">
                <a16:creationId xmlns:a16="http://schemas.microsoft.com/office/drawing/2014/main" id="{4DC61700-536C-7D6B-9714-AB06CC3F9DD0}"/>
              </a:ext>
            </a:extLst>
          </p:cNvPr>
          <p:cNvCxnSpPr>
            <a:cxnSpLocks/>
            <a:endCxn id="13" idx="1"/>
          </p:cNvCxnSpPr>
          <p:nvPr/>
        </p:nvCxnSpPr>
        <p:spPr>
          <a:xfrm>
            <a:off x="7665722" y="1791223"/>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D4E83FE4-E24C-29CA-7225-1001B9871039}"/>
              </a:ext>
            </a:extLst>
          </p:cNvPr>
          <p:cNvCxnSpPr>
            <a:cxnSpLocks/>
          </p:cNvCxnSpPr>
          <p:nvPr/>
        </p:nvCxnSpPr>
        <p:spPr>
          <a:xfrm flipH="1">
            <a:off x="6438935" y="1798320"/>
            <a:ext cx="1226785" cy="2941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E4BD0E54-F7C0-90E7-CD8D-CC071516653B}"/>
              </a:ext>
            </a:extLst>
          </p:cNvPr>
          <p:cNvCxnSpPr>
            <a:cxnSpLocks/>
          </p:cNvCxnSpPr>
          <p:nvPr/>
        </p:nvCxnSpPr>
        <p:spPr>
          <a:xfrm>
            <a:off x="7665722" y="2885950"/>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0C508631-E18E-F517-C327-3F0E1986CC22}"/>
              </a:ext>
            </a:extLst>
          </p:cNvPr>
          <p:cNvCxnSpPr>
            <a:cxnSpLocks/>
          </p:cNvCxnSpPr>
          <p:nvPr/>
        </p:nvCxnSpPr>
        <p:spPr>
          <a:xfrm>
            <a:off x="7665722" y="3976567"/>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Rechte verbindingslijn 46">
            <a:extLst>
              <a:ext uri="{FF2B5EF4-FFF2-40B4-BE49-F238E27FC236}">
                <a16:creationId xmlns:a16="http://schemas.microsoft.com/office/drawing/2014/main" id="{179DD9C0-F26A-2E63-D40F-A6E2F276F77A}"/>
              </a:ext>
            </a:extLst>
          </p:cNvPr>
          <p:cNvCxnSpPr>
            <a:cxnSpLocks/>
          </p:cNvCxnSpPr>
          <p:nvPr/>
        </p:nvCxnSpPr>
        <p:spPr>
          <a:xfrm>
            <a:off x="7665722" y="5062142"/>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Rechte verbindingslijn 47">
            <a:extLst>
              <a:ext uri="{FF2B5EF4-FFF2-40B4-BE49-F238E27FC236}">
                <a16:creationId xmlns:a16="http://schemas.microsoft.com/office/drawing/2014/main" id="{5A45DD5F-4EA2-895C-9AF3-A5D4F0D0AE7C}"/>
              </a:ext>
            </a:extLst>
          </p:cNvPr>
          <p:cNvCxnSpPr/>
          <p:nvPr/>
        </p:nvCxnSpPr>
        <p:spPr>
          <a:xfrm>
            <a:off x="2154477" y="6154814"/>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Rechte verbindingslijn 48">
            <a:extLst>
              <a:ext uri="{FF2B5EF4-FFF2-40B4-BE49-F238E27FC236}">
                <a16:creationId xmlns:a16="http://schemas.microsoft.com/office/drawing/2014/main" id="{2C334F77-9B9B-B294-BEDE-9F7E317923E1}"/>
              </a:ext>
            </a:extLst>
          </p:cNvPr>
          <p:cNvCxnSpPr>
            <a:cxnSpLocks/>
          </p:cNvCxnSpPr>
          <p:nvPr/>
        </p:nvCxnSpPr>
        <p:spPr>
          <a:xfrm>
            <a:off x="7665722" y="6154814"/>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5BFB9B04-27A7-7860-10E7-7DEC1EF8F86A}"/>
              </a:ext>
            </a:extLst>
          </p:cNvPr>
          <p:cNvCxnSpPr/>
          <p:nvPr/>
        </p:nvCxnSpPr>
        <p:spPr>
          <a:xfrm>
            <a:off x="2154477" y="7240389"/>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8DB1904F-989C-095A-2A3C-7E3D39D955FD}"/>
              </a:ext>
            </a:extLst>
          </p:cNvPr>
          <p:cNvCxnSpPr>
            <a:cxnSpLocks/>
          </p:cNvCxnSpPr>
          <p:nvPr/>
        </p:nvCxnSpPr>
        <p:spPr>
          <a:xfrm>
            <a:off x="7665722" y="7240389"/>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D90562D-BDF1-BF22-6D42-8AC176EE304C}"/>
              </a:ext>
            </a:extLst>
          </p:cNvPr>
          <p:cNvCxnSpPr/>
          <p:nvPr/>
        </p:nvCxnSpPr>
        <p:spPr>
          <a:xfrm>
            <a:off x="2154477" y="8322415"/>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AB9EEC4-3519-0EFA-E880-A919CF8F3706}"/>
              </a:ext>
            </a:extLst>
          </p:cNvPr>
          <p:cNvCxnSpPr>
            <a:cxnSpLocks/>
          </p:cNvCxnSpPr>
          <p:nvPr/>
        </p:nvCxnSpPr>
        <p:spPr>
          <a:xfrm>
            <a:off x="7665722" y="8322415"/>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2F7BEAB5-6313-EA04-AE20-31F104A58079}"/>
              </a:ext>
            </a:extLst>
          </p:cNvPr>
          <p:cNvCxnSpPr>
            <a:cxnSpLocks/>
          </p:cNvCxnSpPr>
          <p:nvPr/>
        </p:nvCxnSpPr>
        <p:spPr>
          <a:xfrm>
            <a:off x="5115301" y="2885950"/>
            <a:ext cx="1323637" cy="1966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7C927640-9397-A493-96E6-911BDADE7B31}"/>
              </a:ext>
            </a:extLst>
          </p:cNvPr>
          <p:cNvCxnSpPr>
            <a:cxnSpLocks/>
          </p:cNvCxnSpPr>
          <p:nvPr/>
        </p:nvCxnSpPr>
        <p:spPr>
          <a:xfrm>
            <a:off x="5135878" y="3990761"/>
            <a:ext cx="1226785" cy="797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Rechte verbindingslijn 63">
            <a:extLst>
              <a:ext uri="{FF2B5EF4-FFF2-40B4-BE49-F238E27FC236}">
                <a16:creationId xmlns:a16="http://schemas.microsoft.com/office/drawing/2014/main" id="{9386EC04-DA7D-9363-E1E2-25839E57DB6C}"/>
              </a:ext>
            </a:extLst>
          </p:cNvPr>
          <p:cNvCxnSpPr/>
          <p:nvPr/>
        </p:nvCxnSpPr>
        <p:spPr>
          <a:xfrm flipV="1">
            <a:off x="5135880" y="4739640"/>
            <a:ext cx="1303058" cy="322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Rechte verbindingslijn 66">
            <a:extLst>
              <a:ext uri="{FF2B5EF4-FFF2-40B4-BE49-F238E27FC236}">
                <a16:creationId xmlns:a16="http://schemas.microsoft.com/office/drawing/2014/main" id="{803DFEFA-757F-991E-9FD3-A81F99744B89}"/>
              </a:ext>
            </a:extLst>
          </p:cNvPr>
          <p:cNvCxnSpPr/>
          <p:nvPr/>
        </p:nvCxnSpPr>
        <p:spPr>
          <a:xfrm flipV="1">
            <a:off x="5135878" y="4699676"/>
            <a:ext cx="1226785" cy="1462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A96B85ED-1B97-2C1F-566A-4F9A3EA92D5A}"/>
              </a:ext>
            </a:extLst>
          </p:cNvPr>
          <p:cNvCxnSpPr/>
          <p:nvPr/>
        </p:nvCxnSpPr>
        <p:spPr>
          <a:xfrm flipV="1">
            <a:off x="5135876" y="4736033"/>
            <a:ext cx="1247364" cy="2511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0887B23D-2EB7-7254-30BD-903F263712C9}"/>
              </a:ext>
            </a:extLst>
          </p:cNvPr>
          <p:cNvCxnSpPr/>
          <p:nvPr/>
        </p:nvCxnSpPr>
        <p:spPr>
          <a:xfrm flipV="1">
            <a:off x="5135876" y="4736033"/>
            <a:ext cx="1247364" cy="3593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5F1141DF-12D4-26EE-D16B-4A62FA8D4D81}"/>
              </a:ext>
            </a:extLst>
          </p:cNvPr>
          <p:cNvCxnSpPr/>
          <p:nvPr/>
        </p:nvCxnSpPr>
        <p:spPr>
          <a:xfrm flipH="1">
            <a:off x="6438938" y="2893047"/>
            <a:ext cx="1226782" cy="1842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Rechte verbindingslijn 75">
            <a:extLst>
              <a:ext uri="{FF2B5EF4-FFF2-40B4-BE49-F238E27FC236}">
                <a16:creationId xmlns:a16="http://schemas.microsoft.com/office/drawing/2014/main" id="{1CA01030-8BF8-A724-1635-440AC76B1310}"/>
              </a:ext>
            </a:extLst>
          </p:cNvPr>
          <p:cNvCxnSpPr>
            <a:cxnSpLocks/>
          </p:cNvCxnSpPr>
          <p:nvPr/>
        </p:nvCxnSpPr>
        <p:spPr>
          <a:xfrm flipH="1">
            <a:off x="6456493" y="3976566"/>
            <a:ext cx="1209227" cy="759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Rechte verbindingslijn 77">
            <a:extLst>
              <a:ext uri="{FF2B5EF4-FFF2-40B4-BE49-F238E27FC236}">
                <a16:creationId xmlns:a16="http://schemas.microsoft.com/office/drawing/2014/main" id="{387247B4-E4BA-F49B-2ECB-01CF01919560}"/>
              </a:ext>
            </a:extLst>
          </p:cNvPr>
          <p:cNvCxnSpPr/>
          <p:nvPr/>
        </p:nvCxnSpPr>
        <p:spPr>
          <a:xfrm flipH="1" flipV="1">
            <a:off x="6456493" y="4772390"/>
            <a:ext cx="1209227" cy="289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617C70C2-1182-7940-DB47-910712E5FBD1}"/>
              </a:ext>
            </a:extLst>
          </p:cNvPr>
          <p:cNvCxnSpPr/>
          <p:nvPr/>
        </p:nvCxnSpPr>
        <p:spPr>
          <a:xfrm flipH="1" flipV="1">
            <a:off x="6400798" y="4736033"/>
            <a:ext cx="1264922" cy="1418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Rechte verbindingslijn 83">
            <a:extLst>
              <a:ext uri="{FF2B5EF4-FFF2-40B4-BE49-F238E27FC236}">
                <a16:creationId xmlns:a16="http://schemas.microsoft.com/office/drawing/2014/main" id="{F555B621-92B3-14D7-C163-E9F1BA0F646C}"/>
              </a:ext>
            </a:extLst>
          </p:cNvPr>
          <p:cNvCxnSpPr/>
          <p:nvPr/>
        </p:nvCxnSpPr>
        <p:spPr>
          <a:xfrm flipH="1" flipV="1">
            <a:off x="6380221" y="4743129"/>
            <a:ext cx="1285499" cy="2493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Rechte verbindingslijn 85">
            <a:extLst>
              <a:ext uri="{FF2B5EF4-FFF2-40B4-BE49-F238E27FC236}">
                <a16:creationId xmlns:a16="http://schemas.microsoft.com/office/drawing/2014/main" id="{7454C356-423B-5818-EB5A-0BF41CFD67B8}"/>
              </a:ext>
            </a:extLst>
          </p:cNvPr>
          <p:cNvCxnSpPr/>
          <p:nvPr/>
        </p:nvCxnSpPr>
        <p:spPr>
          <a:xfrm flipH="1" flipV="1">
            <a:off x="6400798" y="4786583"/>
            <a:ext cx="1264922" cy="3532281"/>
          </a:xfrm>
          <a:prstGeom prst="line">
            <a:avLst/>
          </a:prstGeom>
        </p:spPr>
        <p:style>
          <a:lnRef idx="1">
            <a:schemeClr val="accent1"/>
          </a:lnRef>
          <a:fillRef idx="0">
            <a:schemeClr val="accent1"/>
          </a:fillRef>
          <a:effectRef idx="0">
            <a:schemeClr val="accent1"/>
          </a:effectRef>
          <a:fontRef idx="minor">
            <a:schemeClr val="tx1"/>
          </a:fontRef>
        </p:style>
      </p:cxnSp>
      <p:sp>
        <p:nvSpPr>
          <p:cNvPr id="5" name="Ster: 12 punten 4">
            <a:extLst>
              <a:ext uri="{FF2B5EF4-FFF2-40B4-BE49-F238E27FC236}">
                <a16:creationId xmlns:a16="http://schemas.microsoft.com/office/drawing/2014/main" id="{A89B40EB-523F-38CC-B4BA-4A4E2DA712AC}"/>
              </a:ext>
            </a:extLst>
          </p:cNvPr>
          <p:cNvSpPr/>
          <p:nvPr/>
        </p:nvSpPr>
        <p:spPr>
          <a:xfrm>
            <a:off x="5498931" y="4027118"/>
            <a:ext cx="1803738" cy="1546964"/>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a:t>Top Event</a:t>
            </a:r>
          </a:p>
          <a:p>
            <a:pPr algn="ctr"/>
            <a:r>
              <a:rPr lang="nl-NL" sz="1200"/>
              <a:t>Verlies van Vertrouwelijkheid</a:t>
            </a:r>
          </a:p>
        </p:txBody>
      </p:sp>
      <p:sp>
        <p:nvSpPr>
          <p:cNvPr id="6" name="Oval 5">
            <a:extLst>
              <a:ext uri="{FF2B5EF4-FFF2-40B4-BE49-F238E27FC236}">
                <a16:creationId xmlns:a16="http://schemas.microsoft.com/office/drawing/2014/main" id="{2FA09C7B-1855-32ED-E6AC-23A8E7876C48}"/>
              </a:ext>
            </a:extLst>
          </p:cNvPr>
          <p:cNvSpPr/>
          <p:nvPr/>
        </p:nvSpPr>
        <p:spPr>
          <a:xfrm>
            <a:off x="2406480" y="2563462"/>
            <a:ext cx="934003" cy="61957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2FA</a:t>
            </a:r>
            <a:endParaRPr lang="nl-NL" sz="1400"/>
          </a:p>
        </p:txBody>
      </p:sp>
      <p:sp>
        <p:nvSpPr>
          <p:cNvPr id="9" name="Oval 8">
            <a:extLst>
              <a:ext uri="{FF2B5EF4-FFF2-40B4-BE49-F238E27FC236}">
                <a16:creationId xmlns:a16="http://schemas.microsoft.com/office/drawing/2014/main" id="{9A29AA8C-E7F2-FD1F-16AC-31E7D6E44B2D}"/>
              </a:ext>
            </a:extLst>
          </p:cNvPr>
          <p:cNvSpPr/>
          <p:nvPr/>
        </p:nvSpPr>
        <p:spPr>
          <a:xfrm>
            <a:off x="3645178" y="2521429"/>
            <a:ext cx="1648717" cy="7090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Training</a:t>
            </a:r>
            <a:endParaRPr lang="nl-NL" sz="1400"/>
          </a:p>
        </p:txBody>
      </p:sp>
      <p:sp>
        <p:nvSpPr>
          <p:cNvPr id="10" name="Oval 9">
            <a:extLst>
              <a:ext uri="{FF2B5EF4-FFF2-40B4-BE49-F238E27FC236}">
                <a16:creationId xmlns:a16="http://schemas.microsoft.com/office/drawing/2014/main" id="{C11086D5-C20D-E80A-8779-FE79068359F5}"/>
              </a:ext>
            </a:extLst>
          </p:cNvPr>
          <p:cNvSpPr/>
          <p:nvPr/>
        </p:nvSpPr>
        <p:spPr>
          <a:xfrm>
            <a:off x="2260758" y="3607003"/>
            <a:ext cx="1578281" cy="70904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Wachtwoordeisen</a:t>
            </a:r>
            <a:endParaRPr lang="nl-NL" sz="1400"/>
          </a:p>
        </p:txBody>
      </p:sp>
      <p:sp>
        <p:nvSpPr>
          <p:cNvPr id="16" name="Oval 15">
            <a:extLst>
              <a:ext uri="{FF2B5EF4-FFF2-40B4-BE49-F238E27FC236}">
                <a16:creationId xmlns:a16="http://schemas.microsoft.com/office/drawing/2014/main" id="{384BC584-FA08-4E8F-7AA0-48D773485F39}"/>
              </a:ext>
            </a:extLst>
          </p:cNvPr>
          <p:cNvSpPr/>
          <p:nvPr/>
        </p:nvSpPr>
        <p:spPr>
          <a:xfrm>
            <a:off x="4001350" y="3686104"/>
            <a:ext cx="1718610" cy="667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Password manager</a:t>
            </a:r>
            <a:endParaRPr lang="nl-NL" sz="1400"/>
          </a:p>
        </p:txBody>
      </p:sp>
      <p:sp>
        <p:nvSpPr>
          <p:cNvPr id="17" name="Oval 16">
            <a:extLst>
              <a:ext uri="{FF2B5EF4-FFF2-40B4-BE49-F238E27FC236}">
                <a16:creationId xmlns:a16="http://schemas.microsoft.com/office/drawing/2014/main" id="{D4610F6A-D319-0F68-1511-9DFC54A41E18}"/>
              </a:ext>
            </a:extLst>
          </p:cNvPr>
          <p:cNvSpPr/>
          <p:nvPr/>
        </p:nvSpPr>
        <p:spPr>
          <a:xfrm>
            <a:off x="2406480" y="4772949"/>
            <a:ext cx="1006589" cy="6286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VPN</a:t>
            </a:r>
            <a:endParaRPr lang="nl-NL" sz="1400"/>
          </a:p>
        </p:txBody>
      </p:sp>
      <p:sp>
        <p:nvSpPr>
          <p:cNvPr id="20" name="Oval 19">
            <a:extLst>
              <a:ext uri="{FF2B5EF4-FFF2-40B4-BE49-F238E27FC236}">
                <a16:creationId xmlns:a16="http://schemas.microsoft.com/office/drawing/2014/main" id="{FFD606DB-00E0-466D-464A-23F6616F8CD7}"/>
              </a:ext>
            </a:extLst>
          </p:cNvPr>
          <p:cNvSpPr/>
          <p:nvPr/>
        </p:nvSpPr>
        <p:spPr>
          <a:xfrm>
            <a:off x="3570680" y="4738006"/>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TLS/SSL </a:t>
            </a:r>
            <a:r>
              <a:rPr lang="en-US" sz="1400" err="1"/>
              <a:t>encryptie</a:t>
            </a:r>
            <a:endParaRPr lang="nl-NL" sz="1400"/>
          </a:p>
        </p:txBody>
      </p:sp>
      <p:sp>
        <p:nvSpPr>
          <p:cNvPr id="23" name="Oval 22">
            <a:extLst>
              <a:ext uri="{FF2B5EF4-FFF2-40B4-BE49-F238E27FC236}">
                <a16:creationId xmlns:a16="http://schemas.microsoft.com/office/drawing/2014/main" id="{C5426D8B-FDA7-E7F5-9B13-08B66212E915}"/>
              </a:ext>
            </a:extLst>
          </p:cNvPr>
          <p:cNvSpPr/>
          <p:nvPr/>
        </p:nvSpPr>
        <p:spPr>
          <a:xfrm>
            <a:off x="2434173" y="584410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RBAC</a:t>
            </a:r>
            <a:endParaRPr lang="nl-NL" sz="1400"/>
          </a:p>
        </p:txBody>
      </p:sp>
      <p:sp>
        <p:nvSpPr>
          <p:cNvPr id="32" name="Oval 31">
            <a:extLst>
              <a:ext uri="{FF2B5EF4-FFF2-40B4-BE49-F238E27FC236}">
                <a16:creationId xmlns:a16="http://schemas.microsoft.com/office/drawing/2014/main" id="{8A339B8E-AC62-8ED7-430D-9E35EB074A24}"/>
              </a:ext>
            </a:extLst>
          </p:cNvPr>
          <p:cNvSpPr/>
          <p:nvPr/>
        </p:nvSpPr>
        <p:spPr>
          <a:xfrm>
            <a:off x="3891530" y="5750326"/>
            <a:ext cx="1402365" cy="6629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Logging/ monitoring</a:t>
            </a:r>
            <a:endParaRPr lang="nl-NL" sz="1400"/>
          </a:p>
        </p:txBody>
      </p:sp>
      <p:sp>
        <p:nvSpPr>
          <p:cNvPr id="34" name="Oval 33">
            <a:extLst>
              <a:ext uri="{FF2B5EF4-FFF2-40B4-BE49-F238E27FC236}">
                <a16:creationId xmlns:a16="http://schemas.microsoft.com/office/drawing/2014/main" id="{E7F6E12B-1A72-ED8C-4E5A-5FF373998858}"/>
              </a:ext>
            </a:extLst>
          </p:cNvPr>
          <p:cNvSpPr/>
          <p:nvPr/>
        </p:nvSpPr>
        <p:spPr>
          <a:xfrm>
            <a:off x="2406480" y="6989650"/>
            <a:ext cx="1885153"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Safe email service</a:t>
            </a:r>
            <a:endParaRPr lang="nl-NL" sz="1400"/>
          </a:p>
        </p:txBody>
      </p:sp>
      <p:sp>
        <p:nvSpPr>
          <p:cNvPr id="40" name="Oval 39">
            <a:extLst>
              <a:ext uri="{FF2B5EF4-FFF2-40B4-BE49-F238E27FC236}">
                <a16:creationId xmlns:a16="http://schemas.microsoft.com/office/drawing/2014/main" id="{A9D0C9F5-9E75-9319-E013-D969257D76D1}"/>
              </a:ext>
            </a:extLst>
          </p:cNvPr>
          <p:cNvSpPr/>
          <p:nvPr/>
        </p:nvSpPr>
        <p:spPr>
          <a:xfrm>
            <a:off x="7326346" y="267484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Melden</a:t>
            </a:r>
            <a:endParaRPr lang="nl-NL" sz="1400"/>
          </a:p>
        </p:txBody>
      </p:sp>
      <p:sp>
        <p:nvSpPr>
          <p:cNvPr id="41" name="Oval 40">
            <a:extLst>
              <a:ext uri="{FF2B5EF4-FFF2-40B4-BE49-F238E27FC236}">
                <a16:creationId xmlns:a16="http://schemas.microsoft.com/office/drawing/2014/main" id="{1589EA2C-B5F9-5AFF-8F6A-FAB688F17207}"/>
              </a:ext>
            </a:extLst>
          </p:cNvPr>
          <p:cNvSpPr/>
          <p:nvPr/>
        </p:nvSpPr>
        <p:spPr>
          <a:xfrm>
            <a:off x="8797786" y="255570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Datalek</a:t>
            </a:r>
            <a:r>
              <a:rPr lang="en-US" sz="1400"/>
              <a:t> register</a:t>
            </a:r>
            <a:endParaRPr lang="nl-NL" sz="1400"/>
          </a:p>
        </p:txBody>
      </p:sp>
      <p:sp>
        <p:nvSpPr>
          <p:cNvPr id="43" name="Oval 42">
            <a:extLst>
              <a:ext uri="{FF2B5EF4-FFF2-40B4-BE49-F238E27FC236}">
                <a16:creationId xmlns:a16="http://schemas.microsoft.com/office/drawing/2014/main" id="{E1EA1AC9-E145-B660-B0F0-8417E8342791}"/>
              </a:ext>
            </a:extLst>
          </p:cNvPr>
          <p:cNvSpPr/>
          <p:nvPr/>
        </p:nvSpPr>
        <p:spPr>
          <a:xfrm>
            <a:off x="9195879" y="368465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PR-</a:t>
            </a:r>
            <a:r>
              <a:rPr lang="en-US" sz="1400" err="1"/>
              <a:t>hulp</a:t>
            </a:r>
            <a:endParaRPr lang="nl-NL" sz="1400"/>
          </a:p>
        </p:txBody>
      </p:sp>
      <p:sp>
        <p:nvSpPr>
          <p:cNvPr id="44" name="Oval 43">
            <a:extLst>
              <a:ext uri="{FF2B5EF4-FFF2-40B4-BE49-F238E27FC236}">
                <a16:creationId xmlns:a16="http://schemas.microsoft.com/office/drawing/2014/main" id="{BAFBF624-A5DA-E060-C449-42BA3CE64AB1}"/>
              </a:ext>
            </a:extLst>
          </p:cNvPr>
          <p:cNvSpPr/>
          <p:nvPr/>
        </p:nvSpPr>
        <p:spPr>
          <a:xfrm>
            <a:off x="7160220" y="3676152"/>
            <a:ext cx="1863178" cy="7242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Communicatieplan</a:t>
            </a:r>
            <a:endParaRPr lang="nl-NL" sz="1400"/>
          </a:p>
        </p:txBody>
      </p:sp>
      <p:sp>
        <p:nvSpPr>
          <p:cNvPr id="55" name="Oval 54">
            <a:extLst>
              <a:ext uri="{FF2B5EF4-FFF2-40B4-BE49-F238E27FC236}">
                <a16:creationId xmlns:a16="http://schemas.microsoft.com/office/drawing/2014/main" id="{144972F7-7AEE-2B66-A82D-A1D766C6CF85}"/>
              </a:ext>
            </a:extLst>
          </p:cNvPr>
          <p:cNvSpPr/>
          <p:nvPr/>
        </p:nvSpPr>
        <p:spPr>
          <a:xfrm>
            <a:off x="9049489" y="4728882"/>
            <a:ext cx="1578280" cy="6333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Monitoren</a:t>
            </a:r>
            <a:r>
              <a:rPr lang="en-US" sz="1400"/>
              <a:t> </a:t>
            </a:r>
            <a:r>
              <a:rPr lang="en-US" sz="1400" err="1"/>
              <a:t>darkweb</a:t>
            </a:r>
            <a:endParaRPr lang="nl-NL" sz="1400"/>
          </a:p>
        </p:txBody>
      </p:sp>
      <p:sp>
        <p:nvSpPr>
          <p:cNvPr id="56" name="Oval 55">
            <a:extLst>
              <a:ext uri="{FF2B5EF4-FFF2-40B4-BE49-F238E27FC236}">
                <a16:creationId xmlns:a16="http://schemas.microsoft.com/office/drawing/2014/main" id="{631B707A-FA29-A8C7-E410-B9AF18C7B262}"/>
              </a:ext>
            </a:extLst>
          </p:cNvPr>
          <p:cNvSpPr/>
          <p:nvPr/>
        </p:nvSpPr>
        <p:spPr>
          <a:xfrm>
            <a:off x="7383204" y="4759654"/>
            <a:ext cx="1417210" cy="6333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Informeren</a:t>
            </a:r>
            <a:endParaRPr lang="nl-NL" sz="1400"/>
          </a:p>
        </p:txBody>
      </p:sp>
      <p:sp>
        <p:nvSpPr>
          <p:cNvPr id="57" name="Oval 56">
            <a:extLst>
              <a:ext uri="{FF2B5EF4-FFF2-40B4-BE49-F238E27FC236}">
                <a16:creationId xmlns:a16="http://schemas.microsoft.com/office/drawing/2014/main" id="{023380A5-AFC4-5384-4A49-59E2DD08DB9C}"/>
              </a:ext>
            </a:extLst>
          </p:cNvPr>
          <p:cNvSpPr/>
          <p:nvPr/>
        </p:nvSpPr>
        <p:spPr>
          <a:xfrm>
            <a:off x="8106047" y="5842295"/>
            <a:ext cx="1930127" cy="5770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Verbeteringen</a:t>
            </a:r>
            <a:r>
              <a:rPr lang="en-US" sz="1400"/>
              <a:t> </a:t>
            </a:r>
            <a:r>
              <a:rPr lang="en-US" sz="1400" err="1"/>
              <a:t>uitvoeren</a:t>
            </a:r>
            <a:endParaRPr lang="nl-NL" sz="1400"/>
          </a:p>
        </p:txBody>
      </p:sp>
    </p:spTree>
    <p:extLst>
      <p:ext uri="{BB962C8B-B14F-4D97-AF65-F5344CB8AC3E}">
        <p14:creationId xmlns:p14="http://schemas.microsoft.com/office/powerpoint/2010/main" val="154981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880110" y="511177"/>
            <a:ext cx="11041380" cy="555623"/>
          </a:xfrm>
        </p:spPr>
        <p:txBody>
          <a:bodyPr>
            <a:normAutofit fontScale="90000"/>
          </a:bodyPr>
          <a:lstStyle/>
          <a:p>
            <a:r>
              <a:rPr lang="nl-NL"/>
              <a:t>Riskregister</a:t>
            </a:r>
          </a:p>
        </p:txBody>
      </p:sp>
      <p:graphicFrame>
        <p:nvGraphicFramePr>
          <p:cNvPr id="3" name="Tabel 7">
            <a:extLst>
              <a:ext uri="{FF2B5EF4-FFF2-40B4-BE49-F238E27FC236}">
                <a16:creationId xmlns:a16="http://schemas.microsoft.com/office/drawing/2014/main" id="{4BF9CD44-0E48-7DDA-4B73-EBD3BEF9A8C9}"/>
              </a:ext>
            </a:extLst>
          </p:cNvPr>
          <p:cNvGraphicFramePr>
            <a:graphicFrameLocks noGrp="1"/>
          </p:cNvGraphicFramePr>
          <p:nvPr>
            <p:extLst>
              <p:ext uri="{D42A27DB-BD31-4B8C-83A1-F6EECF244321}">
                <p14:modId xmlns:p14="http://schemas.microsoft.com/office/powerpoint/2010/main" val="2825730315"/>
              </p:ext>
            </p:extLst>
          </p:nvPr>
        </p:nvGraphicFramePr>
        <p:xfrm>
          <a:off x="380999" y="1253091"/>
          <a:ext cx="12048160" cy="4584192"/>
        </p:xfrm>
        <a:graphic>
          <a:graphicData uri="http://schemas.openxmlformats.org/drawingml/2006/table">
            <a:tbl>
              <a:tblPr firstRow="1" bandRow="1">
                <a:tableStyleId>{5C22544A-7EE6-4342-B048-85BDC9FD1C3A}</a:tableStyleId>
              </a:tblPr>
              <a:tblGrid>
                <a:gridCol w="8612425">
                  <a:extLst>
                    <a:ext uri="{9D8B030D-6E8A-4147-A177-3AD203B41FA5}">
                      <a16:colId xmlns:a16="http://schemas.microsoft.com/office/drawing/2014/main" val="2349626216"/>
                    </a:ext>
                  </a:extLst>
                </a:gridCol>
                <a:gridCol w="571196">
                  <a:extLst>
                    <a:ext uri="{9D8B030D-6E8A-4147-A177-3AD203B41FA5}">
                      <a16:colId xmlns:a16="http://schemas.microsoft.com/office/drawing/2014/main" val="2688311207"/>
                    </a:ext>
                  </a:extLst>
                </a:gridCol>
                <a:gridCol w="571196">
                  <a:extLst>
                    <a:ext uri="{9D8B030D-6E8A-4147-A177-3AD203B41FA5}">
                      <a16:colId xmlns:a16="http://schemas.microsoft.com/office/drawing/2014/main" val="1266571470"/>
                    </a:ext>
                  </a:extLst>
                </a:gridCol>
                <a:gridCol w="579755">
                  <a:extLst>
                    <a:ext uri="{9D8B030D-6E8A-4147-A177-3AD203B41FA5}">
                      <a16:colId xmlns:a16="http://schemas.microsoft.com/office/drawing/2014/main" val="3441426309"/>
                    </a:ext>
                  </a:extLst>
                </a:gridCol>
                <a:gridCol w="571196">
                  <a:extLst>
                    <a:ext uri="{9D8B030D-6E8A-4147-A177-3AD203B41FA5}">
                      <a16:colId xmlns:a16="http://schemas.microsoft.com/office/drawing/2014/main" val="2437836713"/>
                    </a:ext>
                  </a:extLst>
                </a:gridCol>
                <a:gridCol w="571196">
                  <a:extLst>
                    <a:ext uri="{9D8B030D-6E8A-4147-A177-3AD203B41FA5}">
                      <a16:colId xmlns:a16="http://schemas.microsoft.com/office/drawing/2014/main" val="1427511535"/>
                    </a:ext>
                  </a:extLst>
                </a:gridCol>
                <a:gridCol w="571196">
                  <a:extLst>
                    <a:ext uri="{9D8B030D-6E8A-4147-A177-3AD203B41FA5}">
                      <a16:colId xmlns:a16="http://schemas.microsoft.com/office/drawing/2014/main" val="3959563736"/>
                    </a:ext>
                  </a:extLst>
                </a:gridCol>
              </a:tblGrid>
              <a:tr h="185420">
                <a:tc rowSpan="2">
                  <a:txBody>
                    <a:bodyPr/>
                    <a:lstStyle/>
                    <a:p>
                      <a:r>
                        <a:rPr lang="nl-NL"/>
                        <a:t>Risico</a:t>
                      </a:r>
                    </a:p>
                  </a:txBody>
                  <a:tcPr anchor="ctr"/>
                </a:tc>
                <a:tc gridSpan="3">
                  <a:txBody>
                    <a:bodyPr/>
                    <a:lstStyle/>
                    <a:p>
                      <a:pPr algn="ctr"/>
                      <a:r>
                        <a:rPr lang="nl-NL" sz="1400"/>
                        <a:t>Actueel</a:t>
                      </a:r>
                    </a:p>
                  </a:txBody>
                  <a:tcPr/>
                </a:tc>
                <a:tc hMerge="1">
                  <a:txBody>
                    <a:bodyPr/>
                    <a:lstStyle/>
                    <a:p>
                      <a:pPr algn="ctr"/>
                      <a:endParaRPr lang="nl-NL"/>
                    </a:p>
                  </a:txBody>
                  <a:tcPr/>
                </a:tc>
                <a:tc hMerge="1">
                  <a:txBody>
                    <a:bodyPr/>
                    <a:lstStyle/>
                    <a:p>
                      <a:pPr algn="ctr"/>
                      <a:endParaRPr lang="nl-NL"/>
                    </a:p>
                  </a:txBody>
                  <a:tcPr/>
                </a:tc>
                <a:tc gridSpan="3">
                  <a:txBody>
                    <a:bodyPr/>
                    <a:lstStyle/>
                    <a:p>
                      <a:pPr algn="ctr"/>
                      <a:r>
                        <a:rPr lang="nl-NL" sz="1400"/>
                        <a:t>Uiteindelijk</a:t>
                      </a:r>
                    </a:p>
                  </a:txBody>
                  <a:tcPr/>
                </a:tc>
                <a:tc hMerge="1">
                  <a:txBody>
                    <a:bodyPr/>
                    <a:lstStyle/>
                    <a:p>
                      <a:pPr algn="ctr"/>
                      <a:endParaRPr lang="nl-NL"/>
                    </a:p>
                  </a:txBody>
                  <a:tcPr/>
                </a:tc>
                <a:tc hMerge="1">
                  <a:txBody>
                    <a:bodyPr/>
                    <a:lstStyle/>
                    <a:p>
                      <a:pPr algn="ctr"/>
                      <a:endParaRPr lang="nl-NL"/>
                    </a:p>
                  </a:txBody>
                  <a:tcPr/>
                </a:tc>
                <a:extLst>
                  <a:ext uri="{0D108BD9-81ED-4DB2-BD59-A6C34878D82A}">
                    <a16:rowId xmlns:a16="http://schemas.microsoft.com/office/drawing/2014/main" val="356060632"/>
                  </a:ext>
                </a:extLst>
              </a:tr>
              <a:tr h="185420">
                <a:tc vMerge="1">
                  <a:txBody>
                    <a:bodyPr/>
                    <a:lstStyle/>
                    <a:p>
                      <a:endParaRPr lang="nl-NL"/>
                    </a:p>
                  </a:txBody>
                  <a:tcPr/>
                </a:tc>
                <a:tc>
                  <a:txBody>
                    <a:bodyPr/>
                    <a:lstStyle/>
                    <a:p>
                      <a:pPr algn="ctr"/>
                      <a:r>
                        <a:rPr lang="nl-NL"/>
                        <a:t>K</a:t>
                      </a:r>
                    </a:p>
                  </a:txBody>
                  <a:tcPr/>
                </a:tc>
                <a:tc>
                  <a:txBody>
                    <a:bodyPr/>
                    <a:lstStyle/>
                    <a:p>
                      <a:pPr algn="ctr"/>
                      <a:r>
                        <a:rPr lang="nl-NL"/>
                        <a:t>I</a:t>
                      </a:r>
                    </a:p>
                  </a:txBody>
                  <a:tcPr/>
                </a:tc>
                <a:tc>
                  <a:txBody>
                    <a:bodyPr/>
                    <a:lstStyle/>
                    <a:p>
                      <a:pPr algn="ctr"/>
                      <a:r>
                        <a:rPr lang="nl-NL"/>
                        <a:t>R</a:t>
                      </a:r>
                    </a:p>
                  </a:txBody>
                  <a:tcPr/>
                </a:tc>
                <a:tc>
                  <a:txBody>
                    <a:bodyPr/>
                    <a:lstStyle/>
                    <a:p>
                      <a:pPr algn="ctr"/>
                      <a:r>
                        <a:rPr lang="nl-NL"/>
                        <a:t>K</a:t>
                      </a:r>
                    </a:p>
                  </a:txBody>
                  <a:tcPr/>
                </a:tc>
                <a:tc>
                  <a:txBody>
                    <a:bodyPr/>
                    <a:lstStyle/>
                    <a:p>
                      <a:pPr algn="ctr"/>
                      <a:r>
                        <a:rPr lang="nl-NL"/>
                        <a:t>I</a:t>
                      </a:r>
                    </a:p>
                  </a:txBody>
                  <a:tcPr/>
                </a:tc>
                <a:tc>
                  <a:txBody>
                    <a:bodyPr/>
                    <a:lstStyle/>
                    <a:p>
                      <a:pPr algn="ctr"/>
                      <a:r>
                        <a:rPr lang="nl-NL"/>
                        <a:t>R</a:t>
                      </a:r>
                    </a:p>
                  </a:txBody>
                  <a:tcPr/>
                </a:tc>
                <a:extLst>
                  <a:ext uri="{0D108BD9-81ED-4DB2-BD59-A6C34878D82A}">
                    <a16:rowId xmlns:a16="http://schemas.microsoft.com/office/drawing/2014/main" val="2933214801"/>
                  </a:ext>
                </a:extLst>
              </a:tr>
              <a:tr h="370840">
                <a:tc>
                  <a:txBody>
                    <a:bodyPr/>
                    <a:lstStyle/>
                    <a:p>
                      <a:pPr algn="l"/>
                      <a:r>
                        <a:rPr lang="en-US" sz="1200" u="none">
                          <a:solidFill>
                            <a:srgbClr val="1E3A5F"/>
                          </a:solidFill>
                          <a:latin typeface="+mn-lt"/>
                          <a:ea typeface="微软雅黑" pitchFamily="34" charset="-122"/>
                          <a:cs typeface="微软雅黑" pitchFamily="34" charset="-120"/>
                        </a:rPr>
                        <a:t>R1: Datalek patientgegevens(vertrouwelijkheid)</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5</a:t>
                      </a:r>
                      <a:endParaRPr lang="en-US" sz="1200">
                        <a:latin typeface="+mn-lt"/>
                        <a:ea typeface="微软雅黑" charset="0"/>
                        <a:cs typeface="微软雅黑" charset="0"/>
                      </a:endParaRPr>
                    </a:p>
                  </a:txBody>
                  <a:tcPr marL="76200" marR="76200" marT="76200" marB="76200" anchor="ctr"/>
                </a:tc>
                <a:tc>
                  <a:txBody>
                    <a:bodyPr/>
                    <a:lstStyle/>
                    <a:p>
                      <a:pPr algn="ctr"/>
                      <a:r>
                        <a:rPr lang="en-US"/>
                        <a:t>15</a:t>
                      </a:r>
                      <a:endParaRPr lang="nl-NL"/>
                    </a:p>
                  </a:txBody>
                  <a:tcPr>
                    <a:solidFill>
                      <a:srgbClr val="FF0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1934121331"/>
                  </a:ext>
                </a:extLst>
              </a:tr>
              <a:tr h="370840">
                <a:tc>
                  <a:txBody>
                    <a:bodyPr/>
                    <a:lstStyle/>
                    <a:p>
                      <a:pPr algn="l"/>
                      <a:r>
                        <a:rPr lang="en-US" sz="1200" u="none">
                          <a:solidFill>
                            <a:srgbClr val="1E3A5F"/>
                          </a:solidFill>
                          <a:latin typeface="+mn-lt"/>
                          <a:ea typeface="微软雅黑" pitchFamily="34" charset="-122"/>
                          <a:cs typeface="微软雅黑" pitchFamily="34" charset="-120"/>
                        </a:rPr>
                        <a:t>R2: Corruptie medische data(integriteit)</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5</a:t>
                      </a:r>
                      <a:endParaRPr lang="en-US" sz="1200">
                        <a:latin typeface="+mn-lt"/>
                        <a:ea typeface="微软雅黑" charset="0"/>
                        <a:cs typeface="微软雅黑" charset="0"/>
                      </a:endParaRPr>
                    </a:p>
                  </a:txBody>
                  <a:tcPr marL="76200" marR="76200" marT="76200" marB="76200" anchor="ctr"/>
                </a:tc>
                <a:tc>
                  <a:txBody>
                    <a:bodyPr/>
                    <a:lstStyle/>
                    <a:p>
                      <a:pPr algn="ctr"/>
                      <a:r>
                        <a:rPr lang="en-US"/>
                        <a:t>10</a:t>
                      </a:r>
                      <a:endParaRPr lang="nl-NL"/>
                    </a:p>
                  </a:txBody>
                  <a:tcPr>
                    <a:solidFill>
                      <a:srgbClr val="FFC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1693219777"/>
                  </a:ext>
                </a:extLst>
              </a:tr>
              <a:tr h="370840">
                <a:tc>
                  <a:txBody>
                    <a:bodyPr/>
                    <a:lstStyle/>
                    <a:p>
                      <a:pPr algn="l"/>
                      <a:r>
                        <a:rPr lang="en-US" sz="1200" u="none">
                          <a:solidFill>
                            <a:srgbClr val="1E3A5F"/>
                          </a:solidFill>
                          <a:latin typeface="+mn-lt"/>
                          <a:ea typeface="微软雅黑" pitchFamily="34" charset="-122"/>
                          <a:cs typeface="微软雅黑" pitchFamily="34" charset="-120"/>
                        </a:rPr>
                        <a:t>R3: Systeem niet beschikbaar(beschikbaarheid)</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4</a:t>
                      </a:r>
                      <a:endParaRPr lang="en-US" sz="1200">
                        <a:latin typeface="+mn-lt"/>
                        <a:ea typeface="微软雅黑" charset="0"/>
                        <a:cs typeface="微软雅黑" charset="0"/>
                      </a:endParaRPr>
                    </a:p>
                  </a:txBody>
                  <a:tcPr marL="76200" marR="76200" marT="76200" marB="76200" anchor="ctr"/>
                </a:tc>
                <a:tc>
                  <a:txBody>
                    <a:bodyPr/>
                    <a:lstStyle/>
                    <a:p>
                      <a:pPr algn="ctr"/>
                      <a:r>
                        <a:rPr lang="en-US"/>
                        <a:t>12</a:t>
                      </a:r>
                      <a:endParaRPr lang="nl-NL"/>
                    </a:p>
                  </a:txBody>
                  <a:tcPr>
                    <a:solidFill>
                      <a:srgbClr val="FFC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1207224924"/>
                  </a:ext>
                </a:extLst>
              </a:tr>
              <a:tr h="370840">
                <a:tc>
                  <a:txBody>
                    <a:bodyPr/>
                    <a:lstStyle/>
                    <a:p>
                      <a:pPr algn="l"/>
                      <a:r>
                        <a:rPr lang="en-US" sz="1200" u="none">
                          <a:solidFill>
                            <a:srgbClr val="1E3A5F"/>
                          </a:solidFill>
                          <a:latin typeface="+mn-lt"/>
                          <a:ea typeface="微软雅黑" pitchFamily="34" charset="-122"/>
                          <a:cs typeface="微软雅黑" pitchFamily="34" charset="-120"/>
                        </a:rPr>
                        <a:t>R4: Ransomware infectie</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5</a:t>
                      </a:r>
                      <a:endParaRPr lang="en-US" sz="1200">
                        <a:latin typeface="+mn-lt"/>
                        <a:ea typeface="微软雅黑" charset="0"/>
                        <a:cs typeface="微软雅黑" charset="0"/>
                      </a:endParaRPr>
                    </a:p>
                  </a:txBody>
                  <a:tcPr marL="76200" marR="76200" marT="76200" marB="76200" anchor="ctr"/>
                </a:tc>
                <a:tc>
                  <a:txBody>
                    <a:bodyPr/>
                    <a:lstStyle/>
                    <a:p>
                      <a:pPr algn="ctr"/>
                      <a:r>
                        <a:rPr lang="en-US"/>
                        <a:t>15</a:t>
                      </a:r>
                      <a:endParaRPr lang="nl-NL"/>
                    </a:p>
                  </a:txBody>
                  <a:tcPr>
                    <a:solidFill>
                      <a:srgbClr val="FF0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473353528"/>
                  </a:ext>
                </a:extLst>
              </a:tr>
              <a:tr h="370840">
                <a:tc>
                  <a:txBody>
                    <a:bodyPr/>
                    <a:lstStyle/>
                    <a:p>
                      <a:pPr algn="l"/>
                      <a:r>
                        <a:rPr lang="en-US" sz="1200" u="none">
                          <a:solidFill>
                            <a:srgbClr val="1E3A5F"/>
                          </a:solidFill>
                          <a:latin typeface="+mn-lt"/>
                          <a:ea typeface="微软雅黑" pitchFamily="34" charset="-122"/>
                          <a:cs typeface="微软雅黑" pitchFamily="34" charset="-120"/>
                        </a:rPr>
                        <a:t>R5: Ongeautoriseerde toegang insider</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4</a:t>
                      </a:r>
                      <a:endParaRPr lang="en-US" sz="1200">
                        <a:latin typeface="+mn-lt"/>
                        <a:ea typeface="微软雅黑" charset="0"/>
                        <a:cs typeface="微软雅黑" charset="0"/>
                      </a:endParaRPr>
                    </a:p>
                  </a:txBody>
                  <a:tcPr marL="76200" marR="76200" marT="76200" marB="76200" anchor="ctr"/>
                </a:tc>
                <a:tc>
                  <a:txBody>
                    <a:bodyPr/>
                    <a:lstStyle/>
                    <a:p>
                      <a:pPr algn="ctr"/>
                      <a:r>
                        <a:rPr lang="en-US"/>
                        <a:t>12</a:t>
                      </a:r>
                      <a:endParaRPr lang="nl-NL"/>
                    </a:p>
                  </a:txBody>
                  <a:tcPr>
                    <a:solidFill>
                      <a:srgbClr val="FFC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2147703487"/>
                  </a:ext>
                </a:extLst>
              </a:tr>
              <a:tr h="370840">
                <a:tc>
                  <a:txBody>
                    <a:bodyPr/>
                    <a:lstStyle/>
                    <a:p>
                      <a:pPr algn="l"/>
                      <a:r>
                        <a:rPr lang="en-US" sz="1200" u="none">
                          <a:solidFill>
                            <a:srgbClr val="1E3A5F"/>
                          </a:solidFill>
                          <a:latin typeface="+mn-lt"/>
                          <a:ea typeface="微软雅黑" pitchFamily="34" charset="-122"/>
                          <a:cs typeface="微软雅黑" pitchFamily="34" charset="-120"/>
                        </a:rPr>
                        <a:t>R6: Phishing succesvol</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4</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4</a:t>
                      </a:r>
                      <a:endParaRPr lang="en-US" sz="1200">
                        <a:latin typeface="+mn-lt"/>
                        <a:ea typeface="微软雅黑" charset="0"/>
                        <a:cs typeface="微软雅黑" charset="0"/>
                      </a:endParaRPr>
                    </a:p>
                  </a:txBody>
                  <a:tcPr marL="76200" marR="76200" marT="76200" marB="76200" anchor="ctr"/>
                </a:tc>
                <a:tc>
                  <a:txBody>
                    <a:bodyPr/>
                    <a:lstStyle/>
                    <a:p>
                      <a:pPr algn="ctr"/>
                      <a:r>
                        <a:rPr lang="en-US"/>
                        <a:t>16</a:t>
                      </a:r>
                      <a:endParaRPr lang="nl-NL"/>
                    </a:p>
                  </a:txBody>
                  <a:tcPr>
                    <a:solidFill>
                      <a:srgbClr val="FF0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3837230589"/>
                  </a:ext>
                </a:extLst>
              </a:tr>
              <a:tr h="370840">
                <a:tc>
                  <a:txBody>
                    <a:bodyPr/>
                    <a:lstStyle/>
                    <a:p>
                      <a:pPr algn="l"/>
                      <a:r>
                        <a:rPr lang="en-US" sz="1200" u="none">
                          <a:solidFill>
                            <a:srgbClr val="1E3A5F"/>
                          </a:solidFill>
                          <a:latin typeface="+mn-lt"/>
                          <a:ea typeface="微软雅黑" pitchFamily="34" charset="-122"/>
                          <a:cs typeface="微软雅黑" pitchFamily="34" charset="-120"/>
                        </a:rPr>
                        <a:t>R7: Internet uitval langdurig</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76200" marR="76200" marT="76200" marB="76200" anchor="ctr"/>
                </a:tc>
                <a:tc>
                  <a:txBody>
                    <a:bodyPr/>
                    <a:lstStyle/>
                    <a:p>
                      <a:pPr algn="ctr"/>
                      <a:r>
                        <a:rPr lang="en-US"/>
                        <a:t>6</a:t>
                      </a:r>
                      <a:endParaRPr lang="nl-NL"/>
                    </a:p>
                  </a:txBody>
                  <a:tcPr>
                    <a:solidFill>
                      <a:srgbClr val="FFC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1720373518"/>
                  </a:ext>
                </a:extLst>
              </a:tr>
              <a:tr h="370840">
                <a:tc>
                  <a:txBody>
                    <a:bodyPr/>
                    <a:lstStyle/>
                    <a:p>
                      <a:pPr algn="l"/>
                      <a:r>
                        <a:rPr lang="en-US" sz="1200" u="none">
                          <a:solidFill>
                            <a:srgbClr val="1E3A5F"/>
                          </a:solidFill>
                          <a:latin typeface="+mn-lt"/>
                          <a:ea typeface="微软雅黑" pitchFamily="34" charset="-122"/>
                          <a:cs typeface="微软雅黑" pitchFamily="34" charset="-120"/>
                        </a:rPr>
                        <a:t>R8: Server storing cloud provider</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76200" marR="76200" marT="76200" marB="76200" anchor="ctr"/>
                </a:tc>
                <a:tc>
                  <a:txBody>
                    <a:bodyPr/>
                    <a:lstStyle/>
                    <a:p>
                      <a:pPr algn="ctr"/>
                      <a:r>
                        <a:rPr lang="en-US" sz="1200" u="none">
                          <a:solidFill>
                            <a:srgbClr val="1E3A5F"/>
                          </a:solidFill>
                          <a:latin typeface="+mn-lt"/>
                          <a:ea typeface="微软雅黑" pitchFamily="34" charset="-122"/>
                          <a:cs typeface="微软雅黑" pitchFamily="34" charset="-120"/>
                        </a:rPr>
                        <a:t>4</a:t>
                      </a:r>
                      <a:endParaRPr lang="en-US" sz="1200">
                        <a:latin typeface="+mn-lt"/>
                        <a:ea typeface="微软雅黑" charset="0"/>
                        <a:cs typeface="微软雅黑" charset="0"/>
                      </a:endParaRPr>
                    </a:p>
                  </a:txBody>
                  <a:tcPr marL="76200" marR="76200" marT="76200" marB="76200" anchor="ctr"/>
                </a:tc>
                <a:tc>
                  <a:txBody>
                    <a:bodyPr/>
                    <a:lstStyle/>
                    <a:p>
                      <a:pPr algn="ctr"/>
                      <a:r>
                        <a:rPr lang="en-US"/>
                        <a:t>8</a:t>
                      </a:r>
                      <a:endParaRPr lang="nl-NL"/>
                    </a:p>
                  </a:txBody>
                  <a:tcPr>
                    <a:solidFill>
                      <a:srgbClr val="FFC000"/>
                    </a:solidFill>
                  </a:tcPr>
                </a:tc>
                <a:tc>
                  <a:txBody>
                    <a:bodyPr/>
                    <a:lstStyle/>
                    <a:p>
                      <a:pPr algn="ctr"/>
                      <a:endParaRPr lang="nl-NL"/>
                    </a:p>
                  </a:txBody>
                  <a:tcPr/>
                </a:tc>
                <a:tc>
                  <a:txBody>
                    <a:bodyPr/>
                    <a:lstStyle/>
                    <a:p>
                      <a:pPr algn="ctr"/>
                      <a:endParaRPr lang="nl-NL"/>
                    </a:p>
                  </a:txBody>
                  <a:tcPr/>
                </a:tc>
                <a:tc>
                  <a:txBody>
                    <a:bodyPr/>
                    <a:lstStyle/>
                    <a:p>
                      <a:pPr algn="ctr"/>
                      <a:endParaRPr lang="nl-NL"/>
                    </a:p>
                  </a:txBody>
                  <a:tcPr/>
                </a:tc>
                <a:extLst>
                  <a:ext uri="{0D108BD9-81ED-4DB2-BD59-A6C34878D82A}">
                    <a16:rowId xmlns:a16="http://schemas.microsoft.com/office/drawing/2014/main" val="2399202734"/>
                  </a:ext>
                </a:extLst>
              </a:tr>
            </a:tbl>
          </a:graphicData>
        </a:graphic>
      </p:graphicFrame>
      <p:sp>
        <p:nvSpPr>
          <p:cNvPr id="6" name="Tekstvak 5">
            <a:extLst>
              <a:ext uri="{FF2B5EF4-FFF2-40B4-BE49-F238E27FC236}">
                <a16:creationId xmlns:a16="http://schemas.microsoft.com/office/drawing/2014/main" id="{F7419E97-D9A1-249B-57C5-D77EF1D3BCC4}"/>
              </a:ext>
            </a:extLst>
          </p:cNvPr>
          <p:cNvSpPr txBox="1"/>
          <p:nvPr/>
        </p:nvSpPr>
        <p:spPr>
          <a:xfrm>
            <a:off x="8940711" y="882134"/>
            <a:ext cx="2155371" cy="369332"/>
          </a:xfrm>
          <a:prstGeom prst="rect">
            <a:avLst/>
          </a:prstGeom>
          <a:noFill/>
        </p:spPr>
        <p:txBody>
          <a:bodyPr wrap="square">
            <a:spAutoFit/>
          </a:bodyPr>
          <a:lstStyle/>
          <a:p>
            <a:r>
              <a:rPr lang="nl-NL" b="1"/>
              <a:t>K</a:t>
            </a:r>
            <a:r>
              <a:rPr lang="nl-NL" b="0"/>
              <a:t>ans, </a:t>
            </a:r>
            <a:r>
              <a:rPr lang="nl-NL" b="1" i="0"/>
              <a:t>I</a:t>
            </a:r>
            <a:r>
              <a:rPr lang="nl-NL" b="0" i="0"/>
              <a:t>mpact, </a:t>
            </a:r>
            <a:r>
              <a:rPr lang="nl-NL" b="1" i="0"/>
              <a:t>R</a:t>
            </a:r>
            <a:r>
              <a:rPr lang="nl-NL" b="0" i="0"/>
              <a:t>isico</a:t>
            </a:r>
            <a:endParaRPr lang="nl-NL" b="1"/>
          </a:p>
        </p:txBody>
      </p:sp>
    </p:spTree>
    <p:extLst>
      <p:ext uri="{BB962C8B-B14F-4D97-AF65-F5344CB8AC3E}">
        <p14:creationId xmlns:p14="http://schemas.microsoft.com/office/powerpoint/2010/main" val="309066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5F6B1B-4361-C699-FE2F-D72CB6910FF5}"/>
              </a:ext>
            </a:extLst>
          </p:cNvPr>
          <p:cNvSpPr>
            <a:spLocks noGrp="1"/>
          </p:cNvSpPr>
          <p:nvPr>
            <p:ph type="title"/>
          </p:nvPr>
        </p:nvSpPr>
        <p:spPr>
          <a:xfrm>
            <a:off x="880110" y="293914"/>
            <a:ext cx="11041380" cy="1045029"/>
          </a:xfrm>
        </p:spPr>
        <p:txBody>
          <a:bodyPr>
            <a:normAutofit/>
          </a:bodyPr>
          <a:lstStyle/>
          <a:p>
            <a:r>
              <a:rPr lang="nl-NL"/>
              <a:t>Assetlijst project/applicatie</a:t>
            </a:r>
          </a:p>
        </p:txBody>
      </p:sp>
      <p:graphicFrame>
        <p:nvGraphicFramePr>
          <p:cNvPr id="3" name="Tabel 3">
            <a:extLst>
              <a:ext uri="{FF2B5EF4-FFF2-40B4-BE49-F238E27FC236}">
                <a16:creationId xmlns:a16="http://schemas.microsoft.com/office/drawing/2014/main" id="{A268E146-024F-59F8-0AAF-E6DFB1723238}"/>
              </a:ext>
            </a:extLst>
          </p:cNvPr>
          <p:cNvGraphicFramePr>
            <a:graphicFrameLocks noGrp="1"/>
          </p:cNvGraphicFramePr>
          <p:nvPr>
            <p:extLst>
              <p:ext uri="{D42A27DB-BD31-4B8C-83A1-F6EECF244321}">
                <p14:modId xmlns:p14="http://schemas.microsoft.com/office/powerpoint/2010/main" val="3572009775"/>
              </p:ext>
            </p:extLst>
          </p:nvPr>
        </p:nvGraphicFramePr>
        <p:xfrm>
          <a:off x="432708" y="1473273"/>
          <a:ext cx="11936184" cy="5593080"/>
        </p:xfrm>
        <a:graphic>
          <a:graphicData uri="http://schemas.openxmlformats.org/drawingml/2006/table">
            <a:tbl>
              <a:tblPr firstRow="1" bandRow="1">
                <a:tableStyleId>{5C22544A-7EE6-4342-B048-85BDC9FD1C3A}</a:tableStyleId>
              </a:tblPr>
              <a:tblGrid>
                <a:gridCol w="4261758">
                  <a:extLst>
                    <a:ext uri="{9D8B030D-6E8A-4147-A177-3AD203B41FA5}">
                      <a16:colId xmlns:a16="http://schemas.microsoft.com/office/drawing/2014/main" val="3444733089"/>
                    </a:ext>
                  </a:extLst>
                </a:gridCol>
                <a:gridCol w="5453742">
                  <a:extLst>
                    <a:ext uri="{9D8B030D-6E8A-4147-A177-3AD203B41FA5}">
                      <a16:colId xmlns:a16="http://schemas.microsoft.com/office/drawing/2014/main" val="3235139065"/>
                    </a:ext>
                  </a:extLst>
                </a:gridCol>
                <a:gridCol w="740228">
                  <a:extLst>
                    <a:ext uri="{9D8B030D-6E8A-4147-A177-3AD203B41FA5}">
                      <a16:colId xmlns:a16="http://schemas.microsoft.com/office/drawing/2014/main" val="1079222483"/>
                    </a:ext>
                  </a:extLst>
                </a:gridCol>
                <a:gridCol w="740228">
                  <a:extLst>
                    <a:ext uri="{9D8B030D-6E8A-4147-A177-3AD203B41FA5}">
                      <a16:colId xmlns:a16="http://schemas.microsoft.com/office/drawing/2014/main" val="806683181"/>
                    </a:ext>
                  </a:extLst>
                </a:gridCol>
                <a:gridCol w="740228">
                  <a:extLst>
                    <a:ext uri="{9D8B030D-6E8A-4147-A177-3AD203B41FA5}">
                      <a16:colId xmlns:a16="http://schemas.microsoft.com/office/drawing/2014/main" val="3882315516"/>
                    </a:ext>
                  </a:extLst>
                </a:gridCol>
              </a:tblGrid>
              <a:tr h="142240">
                <a:tc>
                  <a:txBody>
                    <a:bodyPr/>
                    <a:lstStyle/>
                    <a:p>
                      <a:r>
                        <a:rPr lang="nl-NL" sz="1800"/>
                        <a:t>Asset</a:t>
                      </a:r>
                    </a:p>
                  </a:txBody>
                  <a:tcPr/>
                </a:tc>
                <a:tc>
                  <a:txBody>
                    <a:bodyPr/>
                    <a:lstStyle/>
                    <a:p>
                      <a:r>
                        <a:rPr lang="nl-NL" sz="1800"/>
                        <a:t>Functie</a:t>
                      </a:r>
                    </a:p>
                  </a:txBody>
                  <a:tcPr/>
                </a:tc>
                <a:tc>
                  <a:txBody>
                    <a:bodyPr/>
                    <a:lstStyle/>
                    <a:p>
                      <a:pPr algn="ctr"/>
                      <a:r>
                        <a:rPr lang="nl-NL" sz="1800"/>
                        <a:t>C</a:t>
                      </a:r>
                    </a:p>
                  </a:txBody>
                  <a:tcPr/>
                </a:tc>
                <a:tc>
                  <a:txBody>
                    <a:bodyPr/>
                    <a:lstStyle/>
                    <a:p>
                      <a:pPr algn="ctr"/>
                      <a:r>
                        <a:rPr lang="nl-NL" sz="1800"/>
                        <a:t>I</a:t>
                      </a:r>
                    </a:p>
                  </a:txBody>
                  <a:tcPr/>
                </a:tc>
                <a:tc>
                  <a:txBody>
                    <a:bodyPr/>
                    <a:lstStyle/>
                    <a:p>
                      <a:pPr algn="ctr"/>
                      <a:r>
                        <a:rPr lang="nl-NL" sz="1800"/>
                        <a:t>A</a:t>
                      </a:r>
                    </a:p>
                  </a:txBody>
                  <a:tcPr/>
                </a:tc>
                <a:extLst>
                  <a:ext uri="{0D108BD9-81ED-4DB2-BD59-A6C34878D82A}">
                    <a16:rowId xmlns:a16="http://schemas.microsoft.com/office/drawing/2014/main" val="3166258184"/>
                  </a:ext>
                </a:extLst>
              </a:tr>
              <a:tr h="370840">
                <a:tc>
                  <a:txBody>
                    <a:bodyPr/>
                    <a:lstStyle/>
                    <a:p>
                      <a:r>
                        <a:rPr lang="en-US" sz="1200" u="none">
                          <a:solidFill>
                            <a:srgbClr val="1E3A5F"/>
                          </a:solidFill>
                          <a:latin typeface="+mn-lt"/>
                          <a:ea typeface="微软雅黑" pitchFamily="34" charset="-122"/>
                          <a:cs typeface="微软雅黑" pitchFamily="34" charset="-120"/>
                        </a:rPr>
                        <a:t>Patientgegevens (BSN, naam, adres)</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Identificatie en contactgegevens van patienten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406782538"/>
                  </a:ext>
                </a:extLst>
              </a:tr>
              <a:tr h="370840">
                <a:tc>
                  <a:txBody>
                    <a:bodyPr/>
                    <a:lstStyle/>
                    <a:p>
                      <a:r>
                        <a:rPr lang="en-US" sz="1200" u="none">
                          <a:solidFill>
                            <a:srgbClr val="1E3A5F"/>
                          </a:solidFill>
                          <a:latin typeface="+mn-lt"/>
                          <a:ea typeface="微软雅黑" pitchFamily="34" charset="-122"/>
                          <a:cs typeface="微软雅黑" pitchFamily="34" charset="-120"/>
                        </a:rPr>
                        <a:t>Medische dossiers (diagnoses, behandelingen)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Medische historie en behandelinformatie</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857532889"/>
                  </a:ext>
                </a:extLst>
              </a:tr>
              <a:tr h="370840">
                <a:tc>
                  <a:txBody>
                    <a:bodyPr/>
                    <a:lstStyle/>
                    <a:p>
                      <a:r>
                        <a:rPr lang="en-US" sz="1200" u="none">
                          <a:solidFill>
                            <a:srgbClr val="1E3A5F"/>
                          </a:solidFill>
                          <a:latin typeface="+mn-lt"/>
                          <a:ea typeface="微软雅黑" pitchFamily="34" charset="-122"/>
                          <a:cs typeface="微软雅黑" pitchFamily="34" charset="-120"/>
                        </a:rPr>
                        <a:t>Medicatievoorschriften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Huidige en historische medicatiegegevens</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823617231"/>
                  </a:ext>
                </a:extLst>
              </a:tr>
              <a:tr h="370840">
                <a:tc>
                  <a:txBody>
                    <a:bodyPr/>
                    <a:lstStyle/>
                    <a:p>
                      <a:r>
                        <a:rPr lang="en-US" sz="1200" u="none">
                          <a:solidFill>
                            <a:srgbClr val="1E3A5F"/>
                          </a:solidFill>
                          <a:latin typeface="+mn-lt"/>
                          <a:ea typeface="微软雅黑" pitchFamily="34" charset="-122"/>
                          <a:cs typeface="微软雅黑" pitchFamily="34" charset="-120"/>
                        </a:rPr>
                        <a:t>Afsprakenkalender</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Planning en beheer van patientafspraken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1</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3853048918"/>
                  </a:ext>
                </a:extLst>
              </a:tr>
              <a:tr h="370840">
                <a:tc>
                  <a:txBody>
                    <a:bodyPr/>
                    <a:lstStyle/>
                    <a:p>
                      <a:r>
                        <a:rPr lang="en-US" sz="1200" u="none">
                          <a:solidFill>
                            <a:srgbClr val="1E3A5F"/>
                          </a:solidFill>
                          <a:latin typeface="+mn-lt"/>
                          <a:ea typeface="微软雅黑" pitchFamily="34" charset="-122"/>
                          <a:cs typeface="微软雅黑" pitchFamily="34" charset="-120"/>
                        </a:rPr>
                        <a:t>Vital signs &amp; metingen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Bloeddruk, gewicht, labuitslagen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510065712"/>
                  </a:ext>
                </a:extLst>
              </a:tr>
              <a:tr h="370840">
                <a:tc>
                  <a:txBody>
                    <a:bodyPr/>
                    <a:lstStyle/>
                    <a:p>
                      <a:r>
                        <a:rPr lang="en-US" sz="1200" u="none">
                          <a:solidFill>
                            <a:srgbClr val="1E3A5F"/>
                          </a:solidFill>
                          <a:latin typeface="+mn-lt"/>
                          <a:ea typeface="微软雅黑" pitchFamily="34" charset="-122"/>
                          <a:cs typeface="微软雅黑" pitchFamily="34" charset="-120"/>
                        </a:rPr>
                        <a:t>EPD Applicatie (cloud)</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Software platform voor dossierbeheer</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909622728"/>
                  </a:ext>
                </a:extLst>
              </a:tr>
              <a:tr h="370840">
                <a:tc>
                  <a:txBody>
                    <a:bodyPr/>
                    <a:lstStyle/>
                    <a:p>
                      <a:r>
                        <a:rPr lang="en-US" sz="1200" u="none">
                          <a:solidFill>
                            <a:srgbClr val="1E3A5F"/>
                          </a:solidFill>
                          <a:latin typeface="+mn-lt"/>
                          <a:ea typeface="微软雅黑" pitchFamily="34" charset="-122"/>
                          <a:cs typeface="微软雅黑" pitchFamily="34" charset="-120"/>
                        </a:rPr>
                        <a:t>Database server (extern)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Opslag van alle patientdata</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3709941770"/>
                  </a:ext>
                </a:extLst>
              </a:tr>
              <a:tr h="370840">
                <a:tc>
                  <a:txBody>
                    <a:bodyPr/>
                    <a:lstStyle/>
                    <a:p>
                      <a:r>
                        <a:rPr lang="en-US" sz="1200" u="none">
                          <a:solidFill>
                            <a:srgbClr val="1E3A5F"/>
                          </a:solidFill>
                          <a:latin typeface="+mn-lt"/>
                          <a:ea typeface="微软雅黑" pitchFamily="34" charset="-122"/>
                          <a:cs typeface="微软雅黑" pitchFamily="34" charset="-120"/>
                        </a:rPr>
                        <a:t>Gebruikersaccounts (artsen/assistenten)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Toegangsbeheer tot het systeem</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195355293"/>
                  </a:ext>
                </a:extLst>
              </a:tr>
              <a:tr h="370840">
                <a:tc>
                  <a:txBody>
                    <a:bodyPr/>
                    <a:lstStyle/>
                    <a:p>
                      <a:r>
                        <a:rPr lang="en-US" sz="1200" u="none">
                          <a:solidFill>
                            <a:srgbClr val="1E3A5F"/>
                          </a:solidFill>
                          <a:latin typeface="+mn-lt"/>
                          <a:ea typeface="微软雅黑" pitchFamily="34" charset="-122"/>
                          <a:cs typeface="微软雅黑" pitchFamily="34" charset="-120"/>
                        </a:rPr>
                        <a:t>Internetverbinding</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Connectiviteit naar cloud EPD</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1</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1</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397355870"/>
                  </a:ext>
                </a:extLst>
              </a:tr>
              <a:tr h="370840">
                <a:tc>
                  <a:txBody>
                    <a:bodyPr/>
                    <a:lstStyle/>
                    <a:p>
                      <a:r>
                        <a:rPr lang="en-US" sz="1200" u="none">
                          <a:solidFill>
                            <a:srgbClr val="1E3A5F"/>
                          </a:solidFill>
                          <a:latin typeface="+mn-lt"/>
                          <a:ea typeface="微软雅黑" pitchFamily="34" charset="-122"/>
                          <a:cs typeface="微软雅黑" pitchFamily="34" charset="-120"/>
                        </a:rPr>
                        <a:t>Back-up systemen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Herstel van data bij incidenten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173788315"/>
                  </a:ext>
                </a:extLst>
              </a:tr>
              <a:tr h="370840">
                <a:tc>
                  <a:txBody>
                    <a:bodyPr/>
                    <a:lstStyle/>
                    <a:p>
                      <a:r>
                        <a:rPr lang="en-US" sz="1200" u="none">
                          <a:solidFill>
                            <a:srgbClr val="1E3A5F"/>
                          </a:solidFill>
                          <a:latin typeface="+mn-lt"/>
                          <a:ea typeface="微软雅黑" pitchFamily="34" charset="-122"/>
                          <a:cs typeface="微软雅黑" pitchFamily="34" charset="-120"/>
                        </a:rPr>
                        <a:t>Patientgegevens (BSN, naam, adres)</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Identificatie en contactgegevens van patienten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649904813"/>
                  </a:ext>
                </a:extLst>
              </a:tr>
              <a:tr h="370840">
                <a:tc>
                  <a:txBody>
                    <a:bodyPr/>
                    <a:lstStyle/>
                    <a:p>
                      <a:r>
                        <a:rPr lang="en-US" sz="1200" u="none">
                          <a:solidFill>
                            <a:srgbClr val="1E3A5F"/>
                          </a:solidFill>
                          <a:latin typeface="+mn-lt"/>
                          <a:ea typeface="微软雅黑" pitchFamily="34" charset="-122"/>
                          <a:cs typeface="微软雅黑" pitchFamily="34" charset="-120"/>
                        </a:rPr>
                        <a:t>Medische dossiers (diagnoses, behandelingen)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Medische historie en behandelinformatie</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564140973"/>
                  </a:ext>
                </a:extLst>
              </a:tr>
              <a:tr h="370840">
                <a:tc>
                  <a:txBody>
                    <a:bodyPr/>
                    <a:lstStyle/>
                    <a:p>
                      <a:r>
                        <a:rPr lang="en-US" sz="1200" u="none">
                          <a:solidFill>
                            <a:srgbClr val="1E3A5F"/>
                          </a:solidFill>
                          <a:latin typeface="+mn-lt"/>
                          <a:ea typeface="微软雅黑" pitchFamily="34" charset="-122"/>
                          <a:cs typeface="微软雅黑" pitchFamily="34" charset="-120"/>
                        </a:rPr>
                        <a:t>Medicatievoorschriften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Huidige en historische medicatiegegevens</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455570207"/>
                  </a:ext>
                </a:extLst>
              </a:tr>
              <a:tr h="370840">
                <a:tc>
                  <a:txBody>
                    <a:bodyPr/>
                    <a:lstStyle/>
                    <a:p>
                      <a:r>
                        <a:rPr lang="en-US" sz="1200" u="none">
                          <a:solidFill>
                            <a:srgbClr val="1E3A5F"/>
                          </a:solidFill>
                          <a:latin typeface="+mn-lt"/>
                          <a:ea typeface="微软雅黑" pitchFamily="34" charset="-122"/>
                          <a:cs typeface="微软雅黑" pitchFamily="34" charset="-120"/>
                        </a:rPr>
                        <a:t>Afsprakenkalender</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Planning en beheer van patientafspraken</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1</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2</a:t>
                      </a:r>
                      <a:endParaRPr lang="en-US" sz="1200">
                        <a:latin typeface="+mn-lt"/>
                        <a:ea typeface="微软雅黑" charset="0"/>
                        <a:cs typeface="微软雅黑" charset="0"/>
                      </a:endParaRPr>
                    </a:p>
                  </a:txBody>
                  <a:tcPr marL="114300" marR="114300" marT="95250" marB="95250" anchor="ctr"/>
                </a:tc>
                <a:tc>
                  <a:txBody>
                    <a:bodyPr/>
                    <a:lstStyle/>
                    <a:p>
                      <a:r>
                        <a:rPr lang="en-US" sz="1200" u="none">
                          <a:solidFill>
                            <a:srgbClr val="1E3A5F"/>
                          </a:solidFill>
                          <a:latin typeface="+mn-lt"/>
                          <a:ea typeface="微软雅黑" pitchFamily="34" charset="-122"/>
                          <a:cs typeface="微软雅黑" pitchFamily="34" charset="-120"/>
                        </a:rPr>
                        <a:t>3</a:t>
                      </a:r>
                      <a:endParaRPr lang="en-US" sz="120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316313471"/>
                  </a:ext>
                </a:extLst>
              </a:tr>
            </a:tbl>
          </a:graphicData>
        </a:graphic>
      </p:graphicFrame>
      <p:sp>
        <p:nvSpPr>
          <p:cNvPr id="5" name="Tekstvak 4">
            <a:extLst>
              <a:ext uri="{FF2B5EF4-FFF2-40B4-BE49-F238E27FC236}">
                <a16:creationId xmlns:a16="http://schemas.microsoft.com/office/drawing/2014/main" id="{EDA5E2A3-F33A-93A1-0636-48774625393C}"/>
              </a:ext>
            </a:extLst>
          </p:cNvPr>
          <p:cNvSpPr txBox="1"/>
          <p:nvPr/>
        </p:nvSpPr>
        <p:spPr>
          <a:xfrm>
            <a:off x="8164286" y="1103941"/>
            <a:ext cx="4392385" cy="369332"/>
          </a:xfrm>
          <a:prstGeom prst="rect">
            <a:avLst/>
          </a:prstGeom>
          <a:noFill/>
        </p:spPr>
        <p:txBody>
          <a:bodyPr wrap="square">
            <a:spAutoFit/>
          </a:bodyPr>
          <a:lstStyle/>
          <a:p>
            <a:r>
              <a:rPr lang="nl-NL"/>
              <a:t>C/I/A belang: 1 – 3 (1-laag, 2-middel, 3-hoog)</a:t>
            </a:r>
          </a:p>
        </p:txBody>
      </p:sp>
    </p:spTree>
    <p:extLst>
      <p:ext uri="{BB962C8B-B14F-4D97-AF65-F5344CB8AC3E}">
        <p14:creationId xmlns:p14="http://schemas.microsoft.com/office/powerpoint/2010/main" val="2068642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620227" y="0"/>
            <a:ext cx="11041380" cy="555623"/>
          </a:xfrm>
        </p:spPr>
        <p:txBody>
          <a:bodyPr>
            <a:noAutofit/>
          </a:bodyPr>
          <a:lstStyle/>
          <a:p>
            <a:r>
              <a:rPr lang="nl-NL" sz="3600"/>
              <a:t>Preventief control register</a:t>
            </a:r>
          </a:p>
        </p:txBody>
      </p:sp>
      <p:graphicFrame>
        <p:nvGraphicFramePr>
          <p:cNvPr id="4" name="Tabel 4">
            <a:extLst>
              <a:ext uri="{FF2B5EF4-FFF2-40B4-BE49-F238E27FC236}">
                <a16:creationId xmlns:a16="http://schemas.microsoft.com/office/drawing/2014/main" id="{3AC2F889-F1D0-BE25-9487-FA69147427AC}"/>
              </a:ext>
            </a:extLst>
          </p:cNvPr>
          <p:cNvGraphicFramePr>
            <a:graphicFrameLocks noGrp="1"/>
          </p:cNvGraphicFramePr>
          <p:nvPr>
            <p:extLst>
              <p:ext uri="{D42A27DB-BD31-4B8C-83A1-F6EECF244321}">
                <p14:modId xmlns:p14="http://schemas.microsoft.com/office/powerpoint/2010/main" val="896748509"/>
              </p:ext>
            </p:extLst>
          </p:nvPr>
        </p:nvGraphicFramePr>
        <p:xfrm>
          <a:off x="105877" y="421533"/>
          <a:ext cx="12589845" cy="9441688"/>
        </p:xfrm>
        <a:graphic>
          <a:graphicData uri="http://schemas.openxmlformats.org/drawingml/2006/table">
            <a:tbl>
              <a:tblPr firstRow="1" bandRow="1">
                <a:tableStyleId>{5C22544A-7EE6-4342-B048-85BDC9FD1C3A}</a:tableStyleId>
              </a:tblPr>
              <a:tblGrid>
                <a:gridCol w="4771445">
                  <a:extLst>
                    <a:ext uri="{9D8B030D-6E8A-4147-A177-3AD203B41FA5}">
                      <a16:colId xmlns:a16="http://schemas.microsoft.com/office/drawing/2014/main" val="4098882641"/>
                    </a:ext>
                  </a:extLst>
                </a:gridCol>
                <a:gridCol w="7818400">
                  <a:extLst>
                    <a:ext uri="{9D8B030D-6E8A-4147-A177-3AD203B41FA5}">
                      <a16:colId xmlns:a16="http://schemas.microsoft.com/office/drawing/2014/main" val="3294450837"/>
                    </a:ext>
                  </a:extLst>
                </a:gridCol>
              </a:tblGrid>
              <a:tr h="370840">
                <a:tc>
                  <a:txBody>
                    <a:bodyPr/>
                    <a:lstStyle/>
                    <a:p>
                      <a:r>
                        <a:rPr lang="nl-NL"/>
                        <a:t>Control</a:t>
                      </a:r>
                    </a:p>
                  </a:txBody>
                  <a:tcPr/>
                </a:tc>
                <a:tc>
                  <a:txBody>
                    <a:bodyPr/>
                    <a:lstStyle/>
                    <a:p>
                      <a:r>
                        <a:rPr lang="nl-NL"/>
                        <a:t>Beschrijving</a:t>
                      </a:r>
                    </a:p>
                  </a:txBody>
                  <a:tcPr/>
                </a:tc>
                <a:extLst>
                  <a:ext uri="{0D108BD9-81ED-4DB2-BD59-A6C34878D82A}">
                    <a16:rowId xmlns:a16="http://schemas.microsoft.com/office/drawing/2014/main" val="3707535035"/>
                  </a:ext>
                </a:extLst>
              </a:tr>
              <a:tr h="370840">
                <a:tc>
                  <a:txBody>
                    <a:bodyPr/>
                    <a:lstStyle/>
                    <a:p>
                      <a:r>
                        <a:rPr lang="en-US" sz="1400"/>
                        <a:t>Antivirus</a:t>
                      </a:r>
                      <a:endParaRPr lang="nl-NL" sz="1400"/>
                    </a:p>
                  </a:txBody>
                  <a:tcPr/>
                </a:tc>
                <a:tc>
                  <a:txBody>
                    <a:bodyPr/>
                    <a:lstStyle/>
                    <a:p>
                      <a:endParaRPr lang="nl-NL" sz="1400"/>
                    </a:p>
                  </a:txBody>
                  <a:tcPr/>
                </a:tc>
                <a:extLst>
                  <a:ext uri="{0D108BD9-81ED-4DB2-BD59-A6C34878D82A}">
                    <a16:rowId xmlns:a16="http://schemas.microsoft.com/office/drawing/2014/main" val="2157405719"/>
                  </a:ext>
                </a:extLst>
              </a:tr>
              <a:tr h="370840">
                <a:tc>
                  <a:txBody>
                    <a:bodyPr/>
                    <a:lstStyle/>
                    <a:p>
                      <a:r>
                        <a:rPr lang="en-US" sz="1400"/>
                        <a:t>EDR software</a:t>
                      </a:r>
                      <a:endParaRPr lang="nl-NL" sz="1400"/>
                    </a:p>
                  </a:txBody>
                  <a:tcPr/>
                </a:tc>
                <a:tc>
                  <a:txBody>
                    <a:bodyPr/>
                    <a:lstStyle/>
                    <a:p>
                      <a:r>
                        <a:rPr lang="nl-NL" sz="1400"/>
                        <a:t>Geavanceerde virusscanners die </a:t>
                      </a:r>
                      <a:r>
                        <a:rPr lang="nl-NL" sz="1400" err="1"/>
                        <a:t>ransomware</a:t>
                      </a:r>
                      <a:r>
                        <a:rPr lang="nl-NL" sz="1400"/>
                        <a:t> gedrag herkennen en processen blokkeren voordat ze bestanden versleutelen.</a:t>
                      </a:r>
                    </a:p>
                  </a:txBody>
                  <a:tcPr/>
                </a:tc>
                <a:extLst>
                  <a:ext uri="{0D108BD9-81ED-4DB2-BD59-A6C34878D82A}">
                    <a16:rowId xmlns:a16="http://schemas.microsoft.com/office/drawing/2014/main" val="1130094611"/>
                  </a:ext>
                </a:extLst>
              </a:tr>
              <a:tr h="370840">
                <a:tc>
                  <a:txBody>
                    <a:bodyPr/>
                    <a:lstStyle/>
                    <a:p>
                      <a:r>
                        <a:rPr lang="en-US" sz="1400"/>
                        <a:t>RBAC</a:t>
                      </a:r>
                      <a:endParaRPr lang="nl-NL" sz="1400"/>
                    </a:p>
                  </a:txBody>
                  <a:tcPr/>
                </a:tc>
                <a:tc>
                  <a:txBody>
                    <a:bodyPr/>
                    <a:lstStyle/>
                    <a:p>
                      <a:r>
                        <a:rPr lang="nl-NL" sz="1400" err="1"/>
                        <a:t>Role</a:t>
                      </a:r>
                      <a:r>
                        <a:rPr lang="nl-NL" sz="1400"/>
                        <a:t> </a:t>
                      </a:r>
                      <a:r>
                        <a:rPr lang="nl-NL" sz="1400" err="1"/>
                        <a:t>Based</a:t>
                      </a:r>
                      <a:r>
                        <a:rPr lang="nl-NL" sz="1400"/>
                        <a:t> Access Control. Bijv. assistent krijgt alleen toegang tot de agenda</a:t>
                      </a:r>
                    </a:p>
                  </a:txBody>
                  <a:tcPr/>
                </a:tc>
                <a:extLst>
                  <a:ext uri="{0D108BD9-81ED-4DB2-BD59-A6C34878D82A}">
                    <a16:rowId xmlns:a16="http://schemas.microsoft.com/office/drawing/2014/main" val="427949709"/>
                  </a:ext>
                </a:extLst>
              </a:tr>
              <a:tr h="370840">
                <a:tc>
                  <a:txBody>
                    <a:bodyPr/>
                    <a:lstStyle/>
                    <a:p>
                      <a:r>
                        <a:rPr lang="en-US" sz="1400" err="1"/>
                        <a:t>Sofware</a:t>
                      </a:r>
                      <a:r>
                        <a:rPr lang="en-US" sz="1400"/>
                        <a:t> updates</a:t>
                      </a:r>
                      <a:endParaRPr lang="nl-NL" sz="1400"/>
                    </a:p>
                  </a:txBody>
                  <a:tcPr/>
                </a:tc>
                <a:tc>
                  <a:txBody>
                    <a:bodyPr/>
                    <a:lstStyle/>
                    <a:p>
                      <a:r>
                        <a:rPr lang="nl-NL" sz="1400"/>
                        <a:t>Zorgen dat alle browsers en besturingssystemen op de </a:t>
                      </a:r>
                      <a:r>
                        <a:rPr lang="nl-NL" sz="1400" err="1"/>
                        <a:t>PC's</a:t>
                      </a:r>
                      <a:r>
                        <a:rPr lang="nl-NL" sz="1400"/>
                        <a:t> up-to-date zijn.</a:t>
                      </a:r>
                    </a:p>
                  </a:txBody>
                  <a:tcPr/>
                </a:tc>
                <a:extLst>
                  <a:ext uri="{0D108BD9-81ED-4DB2-BD59-A6C34878D82A}">
                    <a16:rowId xmlns:a16="http://schemas.microsoft.com/office/drawing/2014/main" val="1764551466"/>
                  </a:ext>
                </a:extLst>
              </a:tr>
              <a:tr h="370840">
                <a:tc>
                  <a:txBody>
                    <a:bodyPr/>
                    <a:lstStyle/>
                    <a:p>
                      <a:r>
                        <a:rPr lang="en-US" sz="1400"/>
                        <a:t>TSL/SSL </a:t>
                      </a:r>
                      <a:r>
                        <a:rPr lang="en-US" sz="1400" err="1"/>
                        <a:t>encryptie</a:t>
                      </a:r>
                      <a:endParaRPr lang="nl-NL" sz="1400"/>
                    </a:p>
                  </a:txBody>
                  <a:tcPr/>
                </a:tc>
                <a:tc>
                  <a:txBody>
                    <a:bodyPr/>
                    <a:lstStyle/>
                    <a:p>
                      <a:r>
                        <a:rPr lang="nl-NL" sz="1400"/>
                        <a:t>beveiligingsprotocol dat internetverbindingen versleutelt waardoor gegevens niet door derden kunnen worden onderschept of aangepast.</a:t>
                      </a:r>
                    </a:p>
                  </a:txBody>
                  <a:tcPr/>
                </a:tc>
                <a:extLst>
                  <a:ext uri="{0D108BD9-81ED-4DB2-BD59-A6C34878D82A}">
                    <a16:rowId xmlns:a16="http://schemas.microsoft.com/office/drawing/2014/main" val="781572765"/>
                  </a:ext>
                </a:extLst>
              </a:tr>
              <a:tr h="370840">
                <a:tc>
                  <a:txBody>
                    <a:bodyPr/>
                    <a:lstStyle/>
                    <a:p>
                      <a:r>
                        <a:rPr lang="en-US" sz="1400"/>
                        <a:t>Input </a:t>
                      </a:r>
                      <a:r>
                        <a:rPr lang="en-US" sz="1400" err="1"/>
                        <a:t>validatie</a:t>
                      </a:r>
                      <a:endParaRPr lang="nl-NL" sz="1400"/>
                    </a:p>
                  </a:txBody>
                  <a:tcPr/>
                </a:tc>
                <a:tc>
                  <a:txBody>
                    <a:bodyPr/>
                    <a:lstStyle/>
                    <a:p>
                      <a:endParaRPr lang="nl-NL" sz="1400"/>
                    </a:p>
                  </a:txBody>
                  <a:tcPr/>
                </a:tc>
                <a:extLst>
                  <a:ext uri="{0D108BD9-81ED-4DB2-BD59-A6C34878D82A}">
                    <a16:rowId xmlns:a16="http://schemas.microsoft.com/office/drawing/2014/main" val="866182659"/>
                  </a:ext>
                </a:extLst>
              </a:tr>
              <a:tr h="370840">
                <a:tc>
                  <a:txBody>
                    <a:bodyPr/>
                    <a:lstStyle/>
                    <a:p>
                      <a:r>
                        <a:rPr lang="en-US" sz="1400"/>
                        <a:t>DDoS </a:t>
                      </a:r>
                      <a:r>
                        <a:rPr lang="en-US" sz="1400" err="1"/>
                        <a:t>bescherming</a:t>
                      </a:r>
                      <a:r>
                        <a:rPr lang="en-US" sz="1400"/>
                        <a:t> service</a:t>
                      </a:r>
                      <a:endParaRPr lang="nl-NL" sz="1400"/>
                    </a:p>
                  </a:txBody>
                  <a:tcPr/>
                </a:tc>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nl-NL" sz="1400"/>
                        <a:t>Contractuele eis dat de leverancier maatregelen heeft (zoals </a:t>
                      </a:r>
                      <a:r>
                        <a:rPr lang="nl-NL" sz="1400" err="1"/>
                        <a:t>Cloudflare</a:t>
                      </a:r>
                      <a:r>
                        <a:rPr lang="nl-NL" sz="1400"/>
                        <a:t> of AWS </a:t>
                      </a:r>
                      <a:r>
                        <a:rPr lang="nl-NL" sz="1400" err="1"/>
                        <a:t>Shield</a:t>
                      </a:r>
                      <a:r>
                        <a:rPr lang="nl-NL" sz="1400"/>
                        <a:t>) die malafide verkeer filteren voordat het de servers bereikt.</a:t>
                      </a:r>
                    </a:p>
                  </a:txBody>
                  <a:tcPr/>
                </a:tc>
                <a:extLst>
                  <a:ext uri="{0D108BD9-81ED-4DB2-BD59-A6C34878D82A}">
                    <a16:rowId xmlns:a16="http://schemas.microsoft.com/office/drawing/2014/main" val="1426927083"/>
                  </a:ext>
                </a:extLst>
              </a:tr>
              <a:tr h="370840">
                <a:tc>
                  <a:txBody>
                    <a:bodyPr/>
                    <a:lstStyle/>
                    <a:p>
                      <a:r>
                        <a:rPr lang="en-US" sz="1400" err="1"/>
                        <a:t>Redundante</a:t>
                      </a:r>
                      <a:r>
                        <a:rPr lang="en-US" sz="1400"/>
                        <a:t> servers</a:t>
                      </a:r>
                      <a:endParaRPr lang="nl-NL" sz="1400"/>
                    </a:p>
                  </a:txBody>
                  <a:tcPr/>
                </a:tc>
                <a:tc>
                  <a:txBody>
                    <a:bodyPr/>
                    <a:lstStyle/>
                    <a:p>
                      <a:r>
                        <a:rPr lang="nl-NL" sz="1400"/>
                        <a:t>dat de applicatie in een cluster draait. Als één server uitvalt, neemt een andere het direct over.</a:t>
                      </a:r>
                    </a:p>
                  </a:txBody>
                  <a:tcPr/>
                </a:tc>
                <a:extLst>
                  <a:ext uri="{0D108BD9-81ED-4DB2-BD59-A6C34878D82A}">
                    <a16:rowId xmlns:a16="http://schemas.microsoft.com/office/drawing/2014/main" val="2637852762"/>
                  </a:ext>
                </a:extLst>
              </a:tr>
              <a:tr h="370840">
                <a:tc>
                  <a:txBody>
                    <a:bodyPr/>
                    <a:lstStyle/>
                    <a:p>
                      <a:r>
                        <a:rPr lang="en-US" sz="1400"/>
                        <a:t>SLA</a:t>
                      </a:r>
                      <a:endParaRPr lang="nl-NL" sz="1400"/>
                    </a:p>
                  </a:txBody>
                  <a:tcPr/>
                </a:tc>
                <a:tc>
                  <a:txBody>
                    <a:bodyPr/>
                    <a:lstStyle/>
                    <a:p>
                      <a:r>
                        <a:rPr lang="nl-NL" sz="1400"/>
                        <a:t>Een contract met een gegarandeerde uptime (bijv. 99,9%) zorgt ervoor dat de leverancier preventief onderhoud pleegt.</a:t>
                      </a:r>
                    </a:p>
                  </a:txBody>
                  <a:tcPr/>
                </a:tc>
                <a:extLst>
                  <a:ext uri="{0D108BD9-81ED-4DB2-BD59-A6C34878D82A}">
                    <a16:rowId xmlns:a16="http://schemas.microsoft.com/office/drawing/2014/main" val="2160380506"/>
                  </a:ext>
                </a:extLst>
              </a:tr>
              <a:tr h="370840">
                <a:tc>
                  <a:txBody>
                    <a:bodyPr/>
                    <a:lstStyle/>
                    <a:p>
                      <a:r>
                        <a:rPr lang="en-US" sz="1400"/>
                        <a:t>4G/5G backup</a:t>
                      </a:r>
                      <a:endParaRPr lang="nl-NL" sz="1400"/>
                    </a:p>
                  </a:txBody>
                  <a:tcPr/>
                </a:tc>
                <a:tc>
                  <a:txBody>
                    <a:bodyPr/>
                    <a:lstStyle/>
                    <a:p>
                      <a:r>
                        <a:rPr lang="nl-NL" sz="1400"/>
                        <a:t>Een router die automatisch overschakelt op een mobiel netwerk als de glasvezel/kabel uitvalt.</a:t>
                      </a:r>
                    </a:p>
                  </a:txBody>
                  <a:tcPr/>
                </a:tc>
                <a:extLst>
                  <a:ext uri="{0D108BD9-81ED-4DB2-BD59-A6C34878D82A}">
                    <a16:rowId xmlns:a16="http://schemas.microsoft.com/office/drawing/2014/main" val="3721314551"/>
                  </a:ext>
                </a:extLst>
              </a:tr>
              <a:tr h="370840">
                <a:tc>
                  <a:txBody>
                    <a:bodyPr/>
                    <a:lstStyle/>
                    <a:p>
                      <a:r>
                        <a:rPr lang="en-US" sz="1400"/>
                        <a:t>Dual-WAN</a:t>
                      </a:r>
                      <a:endParaRPr lang="nl-NL" sz="1400"/>
                    </a:p>
                  </a:txBody>
                  <a:tcPr/>
                </a:tc>
                <a:tc>
                  <a:txBody>
                    <a:bodyPr/>
                    <a:lstStyle/>
                    <a:p>
                      <a:r>
                        <a:rPr lang="nl-NL" sz="1400"/>
                        <a:t>Twee verschillende providers gebruiken (bijv. Ziggo én KPN) zodat je niet afhankelijk bent van één netwerk.</a:t>
                      </a:r>
                    </a:p>
                  </a:txBody>
                  <a:tcPr/>
                </a:tc>
                <a:extLst>
                  <a:ext uri="{0D108BD9-81ED-4DB2-BD59-A6C34878D82A}">
                    <a16:rowId xmlns:a16="http://schemas.microsoft.com/office/drawing/2014/main" val="1669313067"/>
                  </a:ext>
                </a:extLst>
              </a:tr>
              <a:tr h="370840">
                <a:tc>
                  <a:txBody>
                    <a:bodyPr/>
                    <a:lstStyle/>
                    <a:p>
                      <a:r>
                        <a:rPr lang="en-US" sz="1400" err="1"/>
                        <a:t>Noodstroomvoorziening</a:t>
                      </a:r>
                      <a:endParaRPr lang="nl-NL" sz="1400"/>
                    </a:p>
                  </a:txBody>
                  <a:tcPr/>
                </a:tc>
                <a:tc>
                  <a:txBody>
                    <a:bodyPr/>
                    <a:lstStyle/>
                    <a:p>
                      <a:r>
                        <a:rPr lang="nl-NL" sz="1400"/>
                        <a:t>Een batterij voor de essentiële netwerkapparatuur (modem/router/switch), zodat internet blijft werken.</a:t>
                      </a:r>
                    </a:p>
                  </a:txBody>
                  <a:tcPr/>
                </a:tc>
                <a:extLst>
                  <a:ext uri="{0D108BD9-81ED-4DB2-BD59-A6C34878D82A}">
                    <a16:rowId xmlns:a16="http://schemas.microsoft.com/office/drawing/2014/main" val="2673380896"/>
                  </a:ext>
                </a:extLst>
              </a:tr>
              <a:tr h="370840">
                <a:tc>
                  <a:txBody>
                    <a:bodyPr/>
                    <a:lstStyle/>
                    <a:p>
                      <a:r>
                        <a:rPr lang="en-US" sz="1400"/>
                        <a:t>Laptops</a:t>
                      </a:r>
                      <a:endParaRPr lang="nl-NL" sz="1400"/>
                    </a:p>
                  </a:txBody>
                  <a:tcPr/>
                </a:tc>
                <a:tc>
                  <a:txBody>
                    <a:bodyPr/>
                    <a:lstStyle/>
                    <a:p>
                      <a:r>
                        <a:rPr lang="nl-NL" sz="1400"/>
                        <a:t>Werken met laptops (met batterij) in plaats van vaste </a:t>
                      </a:r>
                      <a:r>
                        <a:rPr lang="nl-NL" sz="1400" err="1"/>
                        <a:t>desktops</a:t>
                      </a:r>
                      <a:r>
                        <a:rPr lang="nl-NL" sz="1400"/>
                        <a:t> zorgt dat artsen door kunnen werken bij stroomuitval.</a:t>
                      </a:r>
                    </a:p>
                  </a:txBody>
                  <a:tcPr/>
                </a:tc>
                <a:extLst>
                  <a:ext uri="{0D108BD9-81ED-4DB2-BD59-A6C34878D82A}">
                    <a16:rowId xmlns:a16="http://schemas.microsoft.com/office/drawing/2014/main" val="561709491"/>
                  </a:ext>
                </a:extLst>
              </a:tr>
              <a:tr h="370840">
                <a:tc>
                  <a:txBody>
                    <a:bodyPr/>
                    <a:lstStyle/>
                    <a:p>
                      <a:r>
                        <a:rPr lang="en-US" sz="1400"/>
                        <a:t>2FA</a:t>
                      </a:r>
                      <a:endParaRPr lang="nl-NL" sz="1400"/>
                    </a:p>
                  </a:txBody>
                  <a:tcPr/>
                </a:tc>
                <a:tc>
                  <a:txBody>
                    <a:bodyPr/>
                    <a:lstStyle/>
                    <a:p>
                      <a:r>
                        <a:rPr lang="nl-NL" sz="1400"/>
                        <a:t>Als een arts zijn wachtwoord weggeeft in een </a:t>
                      </a:r>
                      <a:r>
                        <a:rPr lang="nl-NL" sz="1400" err="1"/>
                        <a:t>phishingmail</a:t>
                      </a:r>
                      <a:r>
                        <a:rPr lang="nl-NL" sz="1400"/>
                        <a:t>, komt de hacker niet binnen zonder de code op de telefoon.</a:t>
                      </a:r>
                    </a:p>
                  </a:txBody>
                  <a:tcPr/>
                </a:tc>
                <a:extLst>
                  <a:ext uri="{0D108BD9-81ED-4DB2-BD59-A6C34878D82A}">
                    <a16:rowId xmlns:a16="http://schemas.microsoft.com/office/drawing/2014/main" val="1130077503"/>
                  </a:ext>
                </a:extLst>
              </a:tr>
              <a:tr h="370840">
                <a:tc>
                  <a:txBody>
                    <a:bodyPr/>
                    <a:lstStyle/>
                    <a:p>
                      <a:r>
                        <a:rPr lang="en-US" sz="1400"/>
                        <a:t>Training</a:t>
                      </a:r>
                      <a:endParaRPr lang="nl-NL" sz="1400"/>
                    </a:p>
                  </a:txBody>
                  <a:tcPr/>
                </a:tc>
                <a:tc>
                  <a:txBody>
                    <a:bodyPr/>
                    <a:lstStyle/>
                    <a:p>
                      <a:r>
                        <a:rPr lang="nl-NL" sz="1400"/>
                        <a:t>Regelmatige awareness training zodat medewerkers verdachte mails leren herkennen.</a:t>
                      </a:r>
                    </a:p>
                  </a:txBody>
                  <a:tcPr/>
                </a:tc>
                <a:extLst>
                  <a:ext uri="{0D108BD9-81ED-4DB2-BD59-A6C34878D82A}">
                    <a16:rowId xmlns:a16="http://schemas.microsoft.com/office/drawing/2014/main" val="1965430780"/>
                  </a:ext>
                </a:extLst>
              </a:tr>
              <a:tr h="370840">
                <a:tc>
                  <a:txBody>
                    <a:bodyPr/>
                    <a:lstStyle/>
                    <a:p>
                      <a:r>
                        <a:rPr lang="en-US" sz="1400" err="1"/>
                        <a:t>Wachtwoord</a:t>
                      </a:r>
                      <a:r>
                        <a:rPr lang="en-US" sz="1400"/>
                        <a:t> </a:t>
                      </a:r>
                      <a:r>
                        <a:rPr lang="en-US" sz="1400" err="1"/>
                        <a:t>eisen</a:t>
                      </a:r>
                      <a:endParaRPr lang="nl-NL" sz="1400"/>
                    </a:p>
                  </a:txBody>
                  <a:tcPr/>
                </a:tc>
                <a:tc>
                  <a:txBody>
                    <a:bodyPr/>
                    <a:lstStyle/>
                    <a:p>
                      <a:r>
                        <a:rPr lang="nl-NL" sz="1400"/>
                        <a:t>Afdwingen van complexe wachtwoorden</a:t>
                      </a:r>
                    </a:p>
                  </a:txBody>
                  <a:tcPr/>
                </a:tc>
                <a:extLst>
                  <a:ext uri="{0D108BD9-81ED-4DB2-BD59-A6C34878D82A}">
                    <a16:rowId xmlns:a16="http://schemas.microsoft.com/office/drawing/2014/main" val="2177239109"/>
                  </a:ext>
                </a:extLst>
              </a:tr>
              <a:tr h="370840">
                <a:tc>
                  <a:txBody>
                    <a:bodyPr/>
                    <a:lstStyle/>
                    <a:p>
                      <a:r>
                        <a:rPr lang="en-US" sz="1400"/>
                        <a:t>Password manager</a:t>
                      </a:r>
                      <a:endParaRPr lang="nl-NL" sz="1400"/>
                    </a:p>
                  </a:txBody>
                  <a:tcPr/>
                </a:tc>
                <a:tc>
                  <a:txBody>
                    <a:bodyPr/>
                    <a:lstStyle/>
                    <a:p>
                      <a:r>
                        <a:rPr lang="nl-NL" sz="1400"/>
                        <a:t>Gebruik van een zakelijke wachtwoordmanager zodat medewerkers moeilijke wachtwoorden niet op post-its hoeven te schrijven.</a:t>
                      </a:r>
                    </a:p>
                  </a:txBody>
                  <a:tcPr/>
                </a:tc>
                <a:extLst>
                  <a:ext uri="{0D108BD9-81ED-4DB2-BD59-A6C34878D82A}">
                    <a16:rowId xmlns:a16="http://schemas.microsoft.com/office/drawing/2014/main" val="3478436017"/>
                  </a:ext>
                </a:extLst>
              </a:tr>
              <a:tr h="370840">
                <a:tc>
                  <a:txBody>
                    <a:bodyPr/>
                    <a:lstStyle/>
                    <a:p>
                      <a:r>
                        <a:rPr lang="en-US" sz="1400"/>
                        <a:t>VPN</a:t>
                      </a:r>
                      <a:endParaRPr lang="nl-NL" sz="1400"/>
                    </a:p>
                  </a:txBody>
                  <a:tcPr/>
                </a:tc>
                <a:tc>
                  <a:txBody>
                    <a:bodyPr/>
                    <a:lstStyle/>
                    <a:p>
                      <a:r>
                        <a:rPr lang="nl-NL" sz="1400"/>
                        <a:t>Gebruik van een VPN-tunnel wanneer medewerkers vanuit andere locatie toegang </a:t>
                      </a:r>
                      <a:r>
                        <a:rPr lang="nl-NL" sz="1400" err="1"/>
                        <a:t>to</a:t>
                      </a:r>
                      <a:r>
                        <a:rPr lang="nl-NL" sz="1400"/>
                        <a:t> EPD hebben</a:t>
                      </a:r>
                    </a:p>
                  </a:txBody>
                  <a:tcPr/>
                </a:tc>
                <a:extLst>
                  <a:ext uri="{0D108BD9-81ED-4DB2-BD59-A6C34878D82A}">
                    <a16:rowId xmlns:a16="http://schemas.microsoft.com/office/drawing/2014/main" val="447039156"/>
                  </a:ext>
                </a:extLst>
              </a:tr>
              <a:tr h="370840">
                <a:tc>
                  <a:txBody>
                    <a:bodyPr/>
                    <a:lstStyle/>
                    <a:p>
                      <a:r>
                        <a:rPr lang="en-US" sz="1400"/>
                        <a:t>Logging/Monitoring</a:t>
                      </a:r>
                      <a:endParaRPr lang="nl-NL" sz="1400"/>
                    </a:p>
                  </a:txBody>
                  <a:tcPr/>
                </a:tc>
                <a:tc>
                  <a:txBody>
                    <a:bodyPr/>
                    <a:lstStyle/>
                    <a:p>
                      <a:r>
                        <a:rPr lang="nl-NL" sz="1400"/>
                        <a:t>Het loggen van wie welk dossier opent</a:t>
                      </a:r>
                    </a:p>
                  </a:txBody>
                  <a:tcPr/>
                </a:tc>
                <a:extLst>
                  <a:ext uri="{0D108BD9-81ED-4DB2-BD59-A6C34878D82A}">
                    <a16:rowId xmlns:a16="http://schemas.microsoft.com/office/drawing/2014/main" val="3530537912"/>
                  </a:ext>
                </a:extLst>
              </a:tr>
              <a:tr h="370840">
                <a:tc>
                  <a:txBody>
                    <a:bodyPr/>
                    <a:lstStyle/>
                    <a:p>
                      <a:r>
                        <a:rPr lang="en-US" sz="1400"/>
                        <a:t>Safe email service</a:t>
                      </a:r>
                      <a:endParaRPr lang="nl-NL" sz="1400"/>
                    </a:p>
                  </a:txBody>
                  <a:tcPr/>
                </a:tc>
                <a:tc>
                  <a:txBody>
                    <a:bodyPr/>
                    <a:lstStyle/>
                    <a:p>
                      <a:r>
                        <a:rPr lang="nl-NL" sz="1400"/>
                        <a:t>Systemen die waarschuwen als je een BSN mailt en dwingen wachtwoordbeveiliging af naar de ontvanger.</a:t>
                      </a:r>
                    </a:p>
                  </a:txBody>
                  <a:tcPr/>
                </a:tc>
                <a:extLst>
                  <a:ext uri="{0D108BD9-81ED-4DB2-BD59-A6C34878D82A}">
                    <a16:rowId xmlns:a16="http://schemas.microsoft.com/office/drawing/2014/main" val="307484453"/>
                  </a:ext>
                </a:extLst>
              </a:tr>
              <a:tr h="370840">
                <a:tc>
                  <a:txBody>
                    <a:bodyPr/>
                    <a:lstStyle/>
                    <a:p>
                      <a:endParaRPr lang="nl-NL" sz="1400"/>
                    </a:p>
                  </a:txBody>
                  <a:tcPr/>
                </a:tc>
                <a:tc>
                  <a:txBody>
                    <a:bodyPr/>
                    <a:lstStyle/>
                    <a:p>
                      <a:endParaRPr lang="nl-NL" sz="1400"/>
                    </a:p>
                  </a:txBody>
                  <a:tcPr/>
                </a:tc>
                <a:extLst>
                  <a:ext uri="{0D108BD9-81ED-4DB2-BD59-A6C34878D82A}">
                    <a16:rowId xmlns:a16="http://schemas.microsoft.com/office/drawing/2014/main" val="3226002756"/>
                  </a:ext>
                </a:extLst>
              </a:tr>
            </a:tbl>
          </a:graphicData>
        </a:graphic>
      </p:graphicFrame>
    </p:spTree>
    <p:extLst>
      <p:ext uri="{BB962C8B-B14F-4D97-AF65-F5344CB8AC3E}">
        <p14:creationId xmlns:p14="http://schemas.microsoft.com/office/powerpoint/2010/main" val="135855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610603" y="0"/>
            <a:ext cx="11041380" cy="555623"/>
          </a:xfrm>
        </p:spPr>
        <p:txBody>
          <a:bodyPr>
            <a:noAutofit/>
          </a:bodyPr>
          <a:lstStyle/>
          <a:p>
            <a:r>
              <a:rPr lang="nl-NL" sz="3600"/>
              <a:t>Correctief control register</a:t>
            </a:r>
          </a:p>
        </p:txBody>
      </p:sp>
      <p:graphicFrame>
        <p:nvGraphicFramePr>
          <p:cNvPr id="4" name="Tabel 4">
            <a:extLst>
              <a:ext uri="{FF2B5EF4-FFF2-40B4-BE49-F238E27FC236}">
                <a16:creationId xmlns:a16="http://schemas.microsoft.com/office/drawing/2014/main" id="{AAA2A683-9CE1-1CC0-AD6E-5B051BED663D}"/>
              </a:ext>
            </a:extLst>
          </p:cNvPr>
          <p:cNvGraphicFramePr>
            <a:graphicFrameLocks noGrp="1"/>
          </p:cNvGraphicFramePr>
          <p:nvPr>
            <p:extLst>
              <p:ext uri="{D42A27DB-BD31-4B8C-83A1-F6EECF244321}">
                <p14:modId xmlns:p14="http://schemas.microsoft.com/office/powerpoint/2010/main" val="3454239246"/>
              </p:ext>
            </p:extLst>
          </p:nvPr>
        </p:nvGraphicFramePr>
        <p:xfrm>
          <a:off x="236889" y="555623"/>
          <a:ext cx="12090400" cy="9736328"/>
        </p:xfrm>
        <a:graphic>
          <a:graphicData uri="http://schemas.openxmlformats.org/drawingml/2006/table">
            <a:tbl>
              <a:tblPr firstRow="1" bandRow="1">
                <a:tableStyleId>{5C22544A-7EE6-4342-B048-85BDC9FD1C3A}</a:tableStyleId>
              </a:tblPr>
              <a:tblGrid>
                <a:gridCol w="4582160">
                  <a:extLst>
                    <a:ext uri="{9D8B030D-6E8A-4147-A177-3AD203B41FA5}">
                      <a16:colId xmlns:a16="http://schemas.microsoft.com/office/drawing/2014/main" val="4098882641"/>
                    </a:ext>
                  </a:extLst>
                </a:gridCol>
                <a:gridCol w="7508240">
                  <a:extLst>
                    <a:ext uri="{9D8B030D-6E8A-4147-A177-3AD203B41FA5}">
                      <a16:colId xmlns:a16="http://schemas.microsoft.com/office/drawing/2014/main" val="3294450837"/>
                    </a:ext>
                  </a:extLst>
                </a:gridCol>
              </a:tblGrid>
              <a:tr h="370840">
                <a:tc>
                  <a:txBody>
                    <a:bodyPr/>
                    <a:lstStyle/>
                    <a:p>
                      <a:r>
                        <a:rPr lang="nl-NL"/>
                        <a:t>Control</a:t>
                      </a:r>
                    </a:p>
                  </a:txBody>
                  <a:tcPr/>
                </a:tc>
                <a:tc>
                  <a:txBody>
                    <a:bodyPr/>
                    <a:lstStyle/>
                    <a:p>
                      <a:r>
                        <a:rPr lang="nl-NL"/>
                        <a:t>Beschrijving</a:t>
                      </a:r>
                    </a:p>
                  </a:txBody>
                  <a:tcPr/>
                </a:tc>
                <a:extLst>
                  <a:ext uri="{0D108BD9-81ED-4DB2-BD59-A6C34878D82A}">
                    <a16:rowId xmlns:a16="http://schemas.microsoft.com/office/drawing/2014/main" val="3707535035"/>
                  </a:ext>
                </a:extLst>
              </a:tr>
              <a:tr h="370840">
                <a:tc>
                  <a:txBody>
                    <a:bodyPr/>
                    <a:lstStyle/>
                    <a:p>
                      <a:r>
                        <a:rPr lang="en-US" sz="1400"/>
                        <a:t>Backup </a:t>
                      </a:r>
                      <a:r>
                        <a:rPr lang="en-US" sz="1400" err="1"/>
                        <a:t>herstel</a:t>
                      </a:r>
                      <a:endParaRPr lang="nl-NL" sz="1400"/>
                    </a:p>
                  </a:txBody>
                  <a:tcPr/>
                </a:tc>
                <a:tc>
                  <a:txBody>
                    <a:bodyPr/>
                    <a:lstStyle/>
                    <a:p>
                      <a:r>
                        <a:rPr lang="nl-NL" sz="1400"/>
                        <a:t>Het terugzetten van de database (door de leverancier) naar een punt in de tijd vóór de corruptie plaatsvond</a:t>
                      </a:r>
                    </a:p>
                  </a:txBody>
                  <a:tcPr/>
                </a:tc>
                <a:extLst>
                  <a:ext uri="{0D108BD9-81ED-4DB2-BD59-A6C34878D82A}">
                    <a16:rowId xmlns:a16="http://schemas.microsoft.com/office/drawing/2014/main" val="2157405719"/>
                  </a:ext>
                </a:extLst>
              </a:tr>
              <a:tr h="370840">
                <a:tc>
                  <a:txBody>
                    <a:bodyPr/>
                    <a:lstStyle/>
                    <a:p>
                      <a:r>
                        <a:rPr lang="en-US" sz="1400" err="1"/>
                        <a:t>Telefoonconsult</a:t>
                      </a:r>
                      <a:endParaRPr lang="nl-NL" sz="1400"/>
                    </a:p>
                  </a:txBody>
                  <a:tcPr/>
                </a:tc>
                <a:tc>
                  <a:txBody>
                    <a:bodyPr/>
                    <a:lstStyle/>
                    <a:p>
                      <a:r>
                        <a:rPr lang="nl-NL" sz="1400"/>
                        <a:t>telefonisch consult om risicovolle handelingen in het systeem te vermijden totdat integriteit is hersteld.</a:t>
                      </a:r>
                    </a:p>
                  </a:txBody>
                  <a:tcPr/>
                </a:tc>
                <a:extLst>
                  <a:ext uri="{0D108BD9-81ED-4DB2-BD59-A6C34878D82A}">
                    <a16:rowId xmlns:a16="http://schemas.microsoft.com/office/drawing/2014/main" val="1130094611"/>
                  </a:ext>
                </a:extLst>
              </a:tr>
              <a:tr h="370840">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n-US" sz="1400"/>
                        <a:t>Dossier-review</a:t>
                      </a:r>
                      <a:endParaRPr lang="nl-NL" sz="1400"/>
                    </a:p>
                  </a:txBody>
                  <a:tcPr/>
                </a:tc>
                <a:tc>
                  <a:txBody>
                    <a:bodyPr/>
                    <a:lstStyle/>
                    <a:p>
                      <a:r>
                        <a:rPr lang="nl-NL" sz="1400"/>
                        <a:t>controleren van de dossiers die in de getroffen periode zijn aangepast om eventuele foutieve behandelingen op te sporen en te corrigeren.</a:t>
                      </a:r>
                    </a:p>
                  </a:txBody>
                  <a:tcPr/>
                </a:tc>
                <a:extLst>
                  <a:ext uri="{0D108BD9-81ED-4DB2-BD59-A6C34878D82A}">
                    <a16:rowId xmlns:a16="http://schemas.microsoft.com/office/drawing/2014/main" val="427949709"/>
                  </a:ext>
                </a:extLst>
              </a:tr>
              <a:tr h="370840">
                <a:tc>
                  <a:txBody>
                    <a:bodyPr/>
                    <a:lstStyle/>
                    <a:p>
                      <a:r>
                        <a:rPr lang="en-US" sz="1400" err="1"/>
                        <a:t>Auditlogs</a:t>
                      </a:r>
                      <a:endParaRPr lang="nl-NL" sz="1400"/>
                    </a:p>
                  </a:txBody>
                  <a:tcPr/>
                </a:tc>
                <a:tc>
                  <a:txBody>
                    <a:bodyPr/>
                    <a:lstStyle/>
                    <a:p>
                      <a:r>
                        <a:rPr lang="nl-NL" sz="1400"/>
                        <a:t>Veiligstellen van logbestanden om aan te tonen dat de praktijk 'in control' was of om de schuldvraag bij de leverancier/aanvaller te leggen (bewijslast).</a:t>
                      </a:r>
                    </a:p>
                  </a:txBody>
                  <a:tcPr/>
                </a:tc>
                <a:extLst>
                  <a:ext uri="{0D108BD9-81ED-4DB2-BD59-A6C34878D82A}">
                    <a16:rowId xmlns:a16="http://schemas.microsoft.com/office/drawing/2014/main" val="1764551466"/>
                  </a:ext>
                </a:extLst>
              </a:tr>
              <a:tr h="370840">
                <a:tc>
                  <a:txBody>
                    <a:bodyPr/>
                    <a:lstStyle/>
                    <a:p>
                      <a:r>
                        <a:rPr lang="en-US" sz="1400" err="1"/>
                        <a:t>Communicatieplan</a:t>
                      </a:r>
                      <a:endParaRPr lang="nl-NL" sz="1400"/>
                    </a:p>
                  </a:txBody>
                  <a:tcPr/>
                </a:tc>
                <a:tc>
                  <a:txBody>
                    <a:bodyPr/>
                    <a:lstStyle/>
                    <a:p>
                      <a:r>
                        <a:rPr lang="nl-NL" sz="1400"/>
                        <a:t>Een voorbereid script om transparant en eerlijk naar patiënten te communiceren wat er is gebeurd en hoe het is opgelost</a:t>
                      </a:r>
                    </a:p>
                  </a:txBody>
                  <a:tcPr/>
                </a:tc>
                <a:extLst>
                  <a:ext uri="{0D108BD9-81ED-4DB2-BD59-A6C34878D82A}">
                    <a16:rowId xmlns:a16="http://schemas.microsoft.com/office/drawing/2014/main" val="781572765"/>
                  </a:ext>
                </a:extLst>
              </a:tr>
              <a:tr h="370840">
                <a:tc>
                  <a:txBody>
                    <a:bodyPr/>
                    <a:lstStyle/>
                    <a:p>
                      <a:r>
                        <a:rPr lang="en-US" sz="1400" err="1"/>
                        <a:t>Melden</a:t>
                      </a:r>
                      <a:endParaRPr lang="nl-NL" sz="1400"/>
                    </a:p>
                  </a:txBody>
                  <a:tcPr/>
                </a:tc>
                <a:tc>
                  <a:txBody>
                    <a:bodyPr/>
                    <a:lstStyle/>
                    <a:p>
                      <a:r>
                        <a:rPr lang="nl-NL" sz="1400"/>
                        <a:t>Tijdige melding (binnen 72 uur) is de belangrijkste maatregel om boetes te voorkomen of te matigen.</a:t>
                      </a:r>
                    </a:p>
                  </a:txBody>
                  <a:tcPr/>
                </a:tc>
                <a:extLst>
                  <a:ext uri="{0D108BD9-81ED-4DB2-BD59-A6C34878D82A}">
                    <a16:rowId xmlns:a16="http://schemas.microsoft.com/office/drawing/2014/main" val="866182659"/>
                  </a:ext>
                </a:extLst>
              </a:tr>
              <a:tr h="370840">
                <a:tc>
                  <a:txBody>
                    <a:bodyPr/>
                    <a:lstStyle/>
                    <a:p>
                      <a:r>
                        <a:rPr lang="en-US" sz="1400" err="1"/>
                        <a:t>Lokale</a:t>
                      </a:r>
                      <a:r>
                        <a:rPr lang="en-US" sz="1400"/>
                        <a:t> </a:t>
                      </a:r>
                      <a:r>
                        <a:rPr lang="en-US" sz="1400" err="1"/>
                        <a:t>noodset</a:t>
                      </a:r>
                      <a:endParaRPr lang="nl-NL" sz="1400"/>
                    </a:p>
                  </a:txBody>
                  <a:tcPr/>
                </a:tc>
                <a:tc>
                  <a:txBody>
                    <a:bodyPr/>
                    <a:lstStyle/>
                    <a:p>
                      <a:r>
                        <a:rPr lang="nl-NL" sz="1400"/>
                        <a:t>Sommige </a:t>
                      </a:r>
                      <a:r>
                        <a:rPr lang="nl-NL" sz="1400" err="1"/>
                        <a:t>EPD's</a:t>
                      </a:r>
                      <a:r>
                        <a:rPr lang="nl-NL" sz="1400"/>
                        <a:t> synchroniseren een beperkte set data (agenda/basisgegevens) naar een lokale opslag voor noodgevallen.</a:t>
                      </a:r>
                    </a:p>
                  </a:txBody>
                  <a:tcPr/>
                </a:tc>
                <a:extLst>
                  <a:ext uri="{0D108BD9-81ED-4DB2-BD59-A6C34878D82A}">
                    <a16:rowId xmlns:a16="http://schemas.microsoft.com/office/drawing/2014/main" val="1426927083"/>
                  </a:ext>
                </a:extLst>
              </a:tr>
              <a:tr h="370840">
                <a:tc>
                  <a:txBody>
                    <a:bodyPr/>
                    <a:lstStyle/>
                    <a:p>
                      <a:r>
                        <a:rPr lang="en-US" sz="1400" err="1"/>
                        <a:t>Fysieke</a:t>
                      </a:r>
                      <a:r>
                        <a:rPr lang="en-US" sz="1400"/>
                        <a:t> agenda</a:t>
                      </a:r>
                      <a:endParaRPr lang="nl-NL" sz="1400"/>
                    </a:p>
                  </a:txBody>
                  <a:tcPr/>
                </a:tc>
                <a:tc>
                  <a:txBody>
                    <a:bodyPr/>
                    <a:lstStyle/>
                    <a:p>
                      <a:r>
                        <a:rPr lang="nl-NL" sz="1400"/>
                        <a:t>Terugvallen op een papieren planning als noodoplossing.</a:t>
                      </a:r>
                    </a:p>
                  </a:txBody>
                  <a:tcPr/>
                </a:tc>
                <a:extLst>
                  <a:ext uri="{0D108BD9-81ED-4DB2-BD59-A6C34878D82A}">
                    <a16:rowId xmlns:a16="http://schemas.microsoft.com/office/drawing/2014/main" val="2637852762"/>
                  </a:ext>
                </a:extLst>
              </a:tr>
              <a:tr h="370840">
                <a:tc>
                  <a:txBody>
                    <a:bodyPr/>
                    <a:lstStyle/>
                    <a:p>
                      <a:r>
                        <a:rPr lang="en-US" sz="1400" err="1"/>
                        <a:t>Afsrpaken</a:t>
                      </a:r>
                      <a:r>
                        <a:rPr lang="en-US" sz="1400"/>
                        <a:t> </a:t>
                      </a:r>
                      <a:r>
                        <a:rPr lang="en-US" sz="1400" err="1"/>
                        <a:t>verzetten</a:t>
                      </a:r>
                      <a:endParaRPr lang="nl-NL" sz="1400"/>
                    </a:p>
                  </a:txBody>
                  <a:tcPr/>
                </a:tc>
                <a:tc>
                  <a:txBody>
                    <a:bodyPr/>
                    <a:lstStyle/>
                    <a:p>
                      <a:r>
                        <a:rPr lang="nl-NL" sz="1400"/>
                        <a:t>Assistenten bellen patiënten op om niet-spoedeisende afspraken te verzetten.</a:t>
                      </a:r>
                    </a:p>
                  </a:txBody>
                  <a:tcPr/>
                </a:tc>
                <a:extLst>
                  <a:ext uri="{0D108BD9-81ED-4DB2-BD59-A6C34878D82A}">
                    <a16:rowId xmlns:a16="http://schemas.microsoft.com/office/drawing/2014/main" val="2160380506"/>
                  </a:ext>
                </a:extLst>
              </a:tr>
              <a:tr h="370840">
                <a:tc>
                  <a:txBody>
                    <a:bodyPr/>
                    <a:lstStyle/>
                    <a:p>
                      <a:r>
                        <a:rPr lang="en-US" sz="1400"/>
                        <a:t>Extra </a:t>
                      </a:r>
                      <a:r>
                        <a:rPr lang="en-US" sz="1400" err="1"/>
                        <a:t>personeel</a:t>
                      </a:r>
                      <a:endParaRPr lang="en-US" sz="1400"/>
                    </a:p>
                  </a:txBody>
                  <a:tcPr/>
                </a:tc>
                <a:tc>
                  <a:txBody>
                    <a:bodyPr/>
                    <a:lstStyle/>
                    <a:p>
                      <a:r>
                        <a:rPr lang="nl-NL" sz="1400" b="1"/>
                        <a:t>(Inhaalwerk):</a:t>
                      </a:r>
                      <a:r>
                        <a:rPr lang="nl-NL" sz="1400"/>
                        <a:t> Na herstel van het systeem moet alle data die "op papier" is geschreven alsnog ingevoerd worden.</a:t>
                      </a:r>
                    </a:p>
                  </a:txBody>
                  <a:tcPr/>
                </a:tc>
                <a:extLst>
                  <a:ext uri="{0D108BD9-81ED-4DB2-BD59-A6C34878D82A}">
                    <a16:rowId xmlns:a16="http://schemas.microsoft.com/office/drawing/2014/main" val="3721314551"/>
                  </a:ext>
                </a:extLst>
              </a:tr>
              <a:tr h="370840">
                <a:tc>
                  <a:txBody>
                    <a:bodyPr/>
                    <a:lstStyle/>
                    <a:p>
                      <a:r>
                        <a:rPr lang="en-US" sz="1400"/>
                        <a:t>Extra </a:t>
                      </a:r>
                      <a:r>
                        <a:rPr lang="en-US" sz="1400" err="1"/>
                        <a:t>spreekuren</a:t>
                      </a:r>
                      <a:endParaRPr lang="nl-NL" sz="1400"/>
                    </a:p>
                  </a:txBody>
                  <a:tcPr/>
                </a:tc>
                <a:tc>
                  <a:txBody>
                    <a:bodyPr/>
                    <a:lstStyle/>
                    <a:p>
                      <a:r>
                        <a:rPr lang="nl-NL" sz="1400"/>
                        <a:t>Ruimte in de agenda reserveren om de vertraging op te vangen.</a:t>
                      </a:r>
                    </a:p>
                  </a:txBody>
                  <a:tcPr/>
                </a:tc>
                <a:extLst>
                  <a:ext uri="{0D108BD9-81ED-4DB2-BD59-A6C34878D82A}">
                    <a16:rowId xmlns:a16="http://schemas.microsoft.com/office/drawing/2014/main" val="1669313067"/>
                  </a:ext>
                </a:extLst>
              </a:tr>
              <a:tr h="370840">
                <a:tc>
                  <a:txBody>
                    <a:bodyPr/>
                    <a:lstStyle/>
                    <a:p>
                      <a:r>
                        <a:rPr lang="en-US" sz="1400"/>
                        <a:t>SLA claim</a:t>
                      </a:r>
                      <a:endParaRPr lang="nl-NL" sz="1400"/>
                    </a:p>
                  </a:txBody>
                  <a:tcPr/>
                </a:tc>
                <a:tc>
                  <a:txBody>
                    <a:bodyPr/>
                    <a:lstStyle/>
                    <a:p>
                      <a:r>
                        <a:rPr lang="nl-NL" sz="1400"/>
                        <a:t>Op basis van de SLA (als de storing bij de SaaS-leverancier lag) geld terugvragen.</a:t>
                      </a:r>
                    </a:p>
                  </a:txBody>
                  <a:tcPr/>
                </a:tc>
                <a:extLst>
                  <a:ext uri="{0D108BD9-81ED-4DB2-BD59-A6C34878D82A}">
                    <a16:rowId xmlns:a16="http://schemas.microsoft.com/office/drawing/2014/main" val="2673380896"/>
                  </a:ext>
                </a:extLst>
              </a:tr>
              <a:tr h="370840">
                <a:tc>
                  <a:txBody>
                    <a:bodyPr/>
                    <a:lstStyle/>
                    <a:p>
                      <a:r>
                        <a:rPr lang="en-US" sz="1400" err="1"/>
                        <a:t>Klachtenafhandeling</a:t>
                      </a:r>
                      <a:endParaRPr lang="nl-NL" sz="1400"/>
                    </a:p>
                  </a:txBody>
                  <a:tcPr/>
                </a:tc>
                <a:tc>
                  <a:txBody>
                    <a:bodyPr/>
                    <a:lstStyle/>
                    <a:p>
                      <a:r>
                        <a:rPr lang="nl-NL" sz="1400"/>
                        <a:t>Een specifiek kanaal openen voor mensen die door de storing in de problemen zijn gekomen.</a:t>
                      </a:r>
                    </a:p>
                  </a:txBody>
                  <a:tcPr/>
                </a:tc>
                <a:extLst>
                  <a:ext uri="{0D108BD9-81ED-4DB2-BD59-A6C34878D82A}">
                    <a16:rowId xmlns:a16="http://schemas.microsoft.com/office/drawing/2014/main" val="561709491"/>
                  </a:ext>
                </a:extLst>
              </a:tr>
              <a:tr h="370840">
                <a:tc>
                  <a:txBody>
                    <a:bodyPr/>
                    <a:lstStyle/>
                    <a:p>
                      <a:r>
                        <a:rPr lang="en-US" sz="1400" err="1"/>
                        <a:t>Datalek</a:t>
                      </a:r>
                      <a:r>
                        <a:rPr lang="en-US" sz="1400"/>
                        <a:t> register</a:t>
                      </a:r>
                      <a:endParaRPr lang="nl-NL" sz="1400"/>
                    </a:p>
                  </a:txBody>
                  <a:tcPr/>
                </a:tc>
                <a:tc>
                  <a:txBody>
                    <a:bodyPr/>
                    <a:lstStyle/>
                    <a:p>
                      <a:r>
                        <a:rPr lang="nl-NL" sz="1400"/>
                        <a:t>Een interne registratie van wat er is gebeurd en welke acties zijn ondernomen (verplicht voor de AVG).</a:t>
                      </a:r>
                    </a:p>
                  </a:txBody>
                  <a:tcPr/>
                </a:tc>
                <a:extLst>
                  <a:ext uri="{0D108BD9-81ED-4DB2-BD59-A6C34878D82A}">
                    <a16:rowId xmlns:a16="http://schemas.microsoft.com/office/drawing/2014/main" val="1130077503"/>
                  </a:ext>
                </a:extLst>
              </a:tr>
              <a:tr h="370840">
                <a:tc>
                  <a:txBody>
                    <a:bodyPr/>
                    <a:lstStyle/>
                    <a:p>
                      <a:r>
                        <a:rPr lang="en-US" sz="1400"/>
                        <a:t>PR-</a:t>
                      </a:r>
                      <a:r>
                        <a:rPr lang="en-US" sz="1400" err="1"/>
                        <a:t>hulp</a:t>
                      </a:r>
                      <a:endParaRPr lang="nl-NL" sz="1400"/>
                    </a:p>
                  </a:txBody>
                  <a:tcPr/>
                </a:tc>
                <a:tc>
                  <a:txBody>
                    <a:bodyPr/>
                    <a:lstStyle/>
                    <a:p>
                      <a:r>
                        <a:rPr lang="nl-NL" sz="1400"/>
                        <a:t>PR-hulp om de juiste toon te vinden in persberichten.</a:t>
                      </a:r>
                    </a:p>
                  </a:txBody>
                  <a:tcPr/>
                </a:tc>
                <a:extLst>
                  <a:ext uri="{0D108BD9-81ED-4DB2-BD59-A6C34878D82A}">
                    <a16:rowId xmlns:a16="http://schemas.microsoft.com/office/drawing/2014/main" val="1965430780"/>
                  </a:ext>
                </a:extLst>
              </a:tr>
              <a:tr h="370840">
                <a:tc>
                  <a:txBody>
                    <a:bodyPr/>
                    <a:lstStyle/>
                    <a:p>
                      <a:r>
                        <a:rPr lang="en-US" sz="1400" err="1"/>
                        <a:t>Informeren</a:t>
                      </a:r>
                      <a:endParaRPr lang="nl-NL" sz="1400"/>
                    </a:p>
                  </a:txBody>
                  <a:tcPr/>
                </a:tc>
                <a:tc>
                  <a:txBody>
                    <a:bodyPr/>
                    <a:lstStyle/>
                    <a:p>
                      <a:r>
                        <a:rPr lang="nl-NL" sz="1400"/>
                        <a:t>De patiënten direct waarschuwen zodat zij alert kunnen zijn op misbruik van hun BSN.</a:t>
                      </a:r>
                    </a:p>
                  </a:txBody>
                  <a:tcPr/>
                </a:tc>
                <a:extLst>
                  <a:ext uri="{0D108BD9-81ED-4DB2-BD59-A6C34878D82A}">
                    <a16:rowId xmlns:a16="http://schemas.microsoft.com/office/drawing/2014/main" val="2177239109"/>
                  </a:ext>
                </a:extLst>
              </a:tr>
              <a:tr h="370840">
                <a:tc>
                  <a:txBody>
                    <a:bodyPr/>
                    <a:lstStyle/>
                    <a:p>
                      <a:r>
                        <a:rPr lang="en-US" sz="1400" err="1"/>
                        <a:t>Darkweb</a:t>
                      </a:r>
                      <a:r>
                        <a:rPr lang="en-US" sz="1400"/>
                        <a:t> </a:t>
                      </a:r>
                      <a:r>
                        <a:rPr lang="en-US" sz="1400" err="1"/>
                        <a:t>monitoren</a:t>
                      </a:r>
                      <a:endParaRPr lang="nl-NL" sz="1400"/>
                    </a:p>
                  </a:txBody>
                  <a:tcPr/>
                </a:tc>
                <a:tc>
                  <a:txBody>
                    <a:bodyPr/>
                    <a:lstStyle/>
                    <a:p>
                      <a:r>
                        <a:rPr lang="nl-NL" sz="1400"/>
                        <a:t>Laten checken of de gestolen data ergens te koop wordt aangeboden (vaak via een security-bedrijf).</a:t>
                      </a:r>
                    </a:p>
                  </a:txBody>
                  <a:tcPr/>
                </a:tc>
                <a:extLst>
                  <a:ext uri="{0D108BD9-81ED-4DB2-BD59-A6C34878D82A}">
                    <a16:rowId xmlns:a16="http://schemas.microsoft.com/office/drawing/2014/main" val="3478436017"/>
                  </a:ext>
                </a:extLst>
              </a:tr>
              <a:tr h="370840">
                <a:tc>
                  <a:txBody>
                    <a:bodyPr/>
                    <a:lstStyle/>
                    <a:p>
                      <a:r>
                        <a:rPr lang="en-US" sz="1400" err="1"/>
                        <a:t>Verbeteringen</a:t>
                      </a:r>
                      <a:r>
                        <a:rPr lang="en-US" sz="1400"/>
                        <a:t> </a:t>
                      </a:r>
                      <a:r>
                        <a:rPr lang="en-US" sz="1400" err="1"/>
                        <a:t>uitvoeren</a:t>
                      </a:r>
                      <a:endParaRPr lang="nl-NL" sz="1400"/>
                    </a:p>
                  </a:txBody>
                  <a:tcPr/>
                </a:tc>
                <a:tc>
                  <a:txBody>
                    <a:bodyPr/>
                    <a:lstStyle/>
                    <a:p>
                      <a:r>
                        <a:rPr lang="nl-NL" sz="1400"/>
                        <a:t>Aantonen dat het lek gedicht is (bijv. "We hebben nu overal MFA aangezet") om vertrouwen terug te winnen.</a:t>
                      </a:r>
                    </a:p>
                  </a:txBody>
                  <a:tcPr/>
                </a:tc>
                <a:extLst>
                  <a:ext uri="{0D108BD9-81ED-4DB2-BD59-A6C34878D82A}">
                    <a16:rowId xmlns:a16="http://schemas.microsoft.com/office/drawing/2014/main" val="447039156"/>
                  </a:ext>
                </a:extLst>
              </a:tr>
              <a:tr h="370840">
                <a:tc>
                  <a:txBody>
                    <a:bodyPr/>
                    <a:lstStyle/>
                    <a:p>
                      <a:pPr marL="0" marR="0" lvl="0" indent="0" algn="l" defTabSz="1280160" rtl="0" eaLnBrk="1" fontAlgn="auto" latinLnBrk="0" hangingPunct="1">
                        <a:lnSpc>
                          <a:spcPct val="100000"/>
                        </a:lnSpc>
                        <a:spcBef>
                          <a:spcPts val="0"/>
                        </a:spcBef>
                        <a:spcAft>
                          <a:spcPts val="0"/>
                        </a:spcAft>
                        <a:buClrTx/>
                        <a:buSzTx/>
                        <a:buFontTx/>
                        <a:buNone/>
                        <a:tabLst/>
                        <a:defRPr/>
                      </a:pPr>
                      <a:r>
                        <a:rPr lang="en-US" sz="1400" err="1"/>
                        <a:t>Verzekeringsclaim</a:t>
                      </a:r>
                      <a:endParaRPr lang="nl-NL" sz="1400"/>
                    </a:p>
                  </a:txBody>
                  <a:tcPr/>
                </a:tc>
                <a:tc>
                  <a:txBody>
                    <a:bodyPr/>
                    <a:lstStyle/>
                    <a:p>
                      <a:r>
                        <a:rPr lang="nl-NL" sz="1400"/>
                        <a:t>Het inschakelen van de beroeps- of cyberverzekering om de financiële impact van claims op te vangen.</a:t>
                      </a:r>
                    </a:p>
                  </a:txBody>
                  <a:tcPr/>
                </a:tc>
                <a:extLst>
                  <a:ext uri="{0D108BD9-81ED-4DB2-BD59-A6C34878D82A}">
                    <a16:rowId xmlns:a16="http://schemas.microsoft.com/office/drawing/2014/main" val="3530537912"/>
                  </a:ext>
                </a:extLst>
              </a:tr>
              <a:tr h="370840">
                <a:tc>
                  <a:txBody>
                    <a:bodyPr/>
                    <a:lstStyle/>
                    <a:p>
                      <a:endParaRPr lang="nl-NL" sz="1400"/>
                    </a:p>
                  </a:txBody>
                  <a:tcPr/>
                </a:tc>
                <a:tc>
                  <a:txBody>
                    <a:bodyPr/>
                    <a:lstStyle/>
                    <a:p>
                      <a:endParaRPr lang="nl-NL" sz="1400"/>
                    </a:p>
                  </a:txBody>
                  <a:tcPr/>
                </a:tc>
                <a:extLst>
                  <a:ext uri="{0D108BD9-81ED-4DB2-BD59-A6C34878D82A}">
                    <a16:rowId xmlns:a16="http://schemas.microsoft.com/office/drawing/2014/main" val="307484453"/>
                  </a:ext>
                </a:extLst>
              </a:tr>
              <a:tr h="370840">
                <a:tc>
                  <a:txBody>
                    <a:bodyPr/>
                    <a:lstStyle/>
                    <a:p>
                      <a:endParaRPr lang="nl-NL" sz="1400"/>
                    </a:p>
                  </a:txBody>
                  <a:tcPr/>
                </a:tc>
                <a:tc>
                  <a:txBody>
                    <a:bodyPr/>
                    <a:lstStyle/>
                    <a:p>
                      <a:endParaRPr lang="nl-NL" sz="1400"/>
                    </a:p>
                  </a:txBody>
                  <a:tcPr/>
                </a:tc>
                <a:extLst>
                  <a:ext uri="{0D108BD9-81ED-4DB2-BD59-A6C34878D82A}">
                    <a16:rowId xmlns:a16="http://schemas.microsoft.com/office/drawing/2014/main" val="3226002756"/>
                  </a:ext>
                </a:extLst>
              </a:tr>
            </a:tbl>
          </a:graphicData>
        </a:graphic>
      </p:graphicFrame>
    </p:spTree>
    <p:extLst>
      <p:ext uri="{BB962C8B-B14F-4D97-AF65-F5344CB8AC3E}">
        <p14:creationId xmlns:p14="http://schemas.microsoft.com/office/powerpoint/2010/main" val="778551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hy Defense-in-Depth Is Critical to Cybersecurity Strategy – Idenhaus  Consulting">
            <a:extLst>
              <a:ext uri="{FF2B5EF4-FFF2-40B4-BE49-F238E27FC236}">
                <a16:creationId xmlns:a16="http://schemas.microsoft.com/office/drawing/2014/main" id="{56BCE25A-32E0-1D09-0AFA-CBE8FD93E0E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31444" y="987425"/>
            <a:ext cx="8538711" cy="8518525"/>
          </a:xfrm>
          <a:prstGeom prst="rect">
            <a:avLst/>
          </a:prstGeom>
          <a:solidFill>
            <a:srgbClr val="FFFFFF"/>
          </a:solidFill>
        </p:spPr>
      </p:pic>
      <p:sp>
        <p:nvSpPr>
          <p:cNvPr id="5" name="Oval 4">
            <a:extLst>
              <a:ext uri="{FF2B5EF4-FFF2-40B4-BE49-F238E27FC236}">
                <a16:creationId xmlns:a16="http://schemas.microsoft.com/office/drawing/2014/main" id="{368F055E-2605-646E-EFCF-F3A5B261909B}"/>
              </a:ext>
            </a:extLst>
          </p:cNvPr>
          <p:cNvSpPr/>
          <p:nvPr/>
        </p:nvSpPr>
        <p:spPr>
          <a:xfrm>
            <a:off x="2506763" y="2485321"/>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Training</a:t>
            </a:r>
            <a:endParaRPr lang="nl-NL" sz="1400"/>
          </a:p>
        </p:txBody>
      </p:sp>
      <p:sp>
        <p:nvSpPr>
          <p:cNvPr id="6" name="Oval 5">
            <a:extLst>
              <a:ext uri="{FF2B5EF4-FFF2-40B4-BE49-F238E27FC236}">
                <a16:creationId xmlns:a16="http://schemas.microsoft.com/office/drawing/2014/main" id="{93E7D650-2D3A-F2AC-A6CA-3DD3FDF04CAF}"/>
              </a:ext>
            </a:extLst>
          </p:cNvPr>
          <p:cNvSpPr/>
          <p:nvPr/>
        </p:nvSpPr>
        <p:spPr>
          <a:xfrm>
            <a:off x="3709922" y="1734551"/>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SLA</a:t>
            </a:r>
            <a:endParaRPr lang="nl-NL" sz="1400"/>
          </a:p>
        </p:txBody>
      </p:sp>
      <p:sp>
        <p:nvSpPr>
          <p:cNvPr id="7" name="Oval 6">
            <a:extLst>
              <a:ext uri="{FF2B5EF4-FFF2-40B4-BE49-F238E27FC236}">
                <a16:creationId xmlns:a16="http://schemas.microsoft.com/office/drawing/2014/main" id="{03EC9550-360C-4920-7EAA-9C0269997BE2}"/>
              </a:ext>
            </a:extLst>
          </p:cNvPr>
          <p:cNvSpPr/>
          <p:nvPr/>
        </p:nvSpPr>
        <p:spPr>
          <a:xfrm>
            <a:off x="7286325" y="1607418"/>
            <a:ext cx="2772075" cy="73409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Noodstroomvoorziening</a:t>
            </a:r>
            <a:endParaRPr lang="nl-NL" sz="1400"/>
          </a:p>
        </p:txBody>
      </p:sp>
      <p:sp>
        <p:nvSpPr>
          <p:cNvPr id="8" name="Oval 7">
            <a:extLst>
              <a:ext uri="{FF2B5EF4-FFF2-40B4-BE49-F238E27FC236}">
                <a16:creationId xmlns:a16="http://schemas.microsoft.com/office/drawing/2014/main" id="{998177C6-46AF-1097-9D42-E4819E0374A9}"/>
              </a:ext>
            </a:extLst>
          </p:cNvPr>
          <p:cNvSpPr/>
          <p:nvPr/>
        </p:nvSpPr>
        <p:spPr>
          <a:xfrm>
            <a:off x="3536666" y="3447848"/>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VPN</a:t>
            </a:r>
            <a:endParaRPr lang="nl-NL" sz="1400"/>
          </a:p>
        </p:txBody>
      </p:sp>
      <p:sp>
        <p:nvSpPr>
          <p:cNvPr id="9" name="Oval 8">
            <a:extLst>
              <a:ext uri="{FF2B5EF4-FFF2-40B4-BE49-F238E27FC236}">
                <a16:creationId xmlns:a16="http://schemas.microsoft.com/office/drawing/2014/main" id="{D79D9984-2526-F1BB-5E10-AD7B2A03DDDE}"/>
              </a:ext>
            </a:extLst>
          </p:cNvPr>
          <p:cNvSpPr/>
          <p:nvPr/>
        </p:nvSpPr>
        <p:spPr>
          <a:xfrm>
            <a:off x="4352672" y="2697078"/>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4G/5G backup</a:t>
            </a:r>
            <a:endParaRPr lang="nl-NL" sz="1400"/>
          </a:p>
        </p:txBody>
      </p:sp>
      <p:sp>
        <p:nvSpPr>
          <p:cNvPr id="10" name="Oval 9">
            <a:extLst>
              <a:ext uri="{FF2B5EF4-FFF2-40B4-BE49-F238E27FC236}">
                <a16:creationId xmlns:a16="http://schemas.microsoft.com/office/drawing/2014/main" id="{B11D4FBD-A323-E39B-712A-95DBA09C4F71}"/>
              </a:ext>
            </a:extLst>
          </p:cNvPr>
          <p:cNvSpPr/>
          <p:nvPr/>
        </p:nvSpPr>
        <p:spPr>
          <a:xfrm>
            <a:off x="7386862" y="3144367"/>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TLS/SSL</a:t>
            </a:r>
            <a:endParaRPr lang="nl-NL" sz="1400"/>
          </a:p>
        </p:txBody>
      </p:sp>
      <p:sp>
        <p:nvSpPr>
          <p:cNvPr id="11" name="Oval 10">
            <a:extLst>
              <a:ext uri="{FF2B5EF4-FFF2-40B4-BE49-F238E27FC236}">
                <a16:creationId xmlns:a16="http://schemas.microsoft.com/office/drawing/2014/main" id="{8C804141-63D0-1313-E403-D689DB01C9B6}"/>
              </a:ext>
            </a:extLst>
          </p:cNvPr>
          <p:cNvSpPr/>
          <p:nvPr/>
        </p:nvSpPr>
        <p:spPr>
          <a:xfrm>
            <a:off x="4037181" y="4410375"/>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Antivirus</a:t>
            </a:r>
            <a:endParaRPr lang="nl-NL" sz="1400"/>
          </a:p>
        </p:txBody>
      </p:sp>
      <p:sp>
        <p:nvSpPr>
          <p:cNvPr id="12" name="Oval 11">
            <a:extLst>
              <a:ext uri="{FF2B5EF4-FFF2-40B4-BE49-F238E27FC236}">
                <a16:creationId xmlns:a16="http://schemas.microsoft.com/office/drawing/2014/main" id="{E3CB524E-81E4-A84F-BF10-47423F5A7609}"/>
              </a:ext>
            </a:extLst>
          </p:cNvPr>
          <p:cNvSpPr/>
          <p:nvPr/>
        </p:nvSpPr>
        <p:spPr>
          <a:xfrm>
            <a:off x="6992136" y="4193639"/>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EDR</a:t>
            </a:r>
            <a:endParaRPr lang="nl-NL" sz="1400"/>
          </a:p>
        </p:txBody>
      </p:sp>
      <p:sp>
        <p:nvSpPr>
          <p:cNvPr id="13" name="Oval 12">
            <a:extLst>
              <a:ext uri="{FF2B5EF4-FFF2-40B4-BE49-F238E27FC236}">
                <a16:creationId xmlns:a16="http://schemas.microsoft.com/office/drawing/2014/main" id="{DEA3F8EF-0082-CB15-01B1-4D3B60277DA9}"/>
              </a:ext>
            </a:extLst>
          </p:cNvPr>
          <p:cNvSpPr/>
          <p:nvPr/>
        </p:nvSpPr>
        <p:spPr>
          <a:xfrm>
            <a:off x="7658332" y="4915341"/>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Updates</a:t>
            </a:r>
            <a:endParaRPr lang="nl-NL" sz="1400"/>
          </a:p>
        </p:txBody>
      </p:sp>
      <p:sp>
        <p:nvSpPr>
          <p:cNvPr id="14" name="Oval 13">
            <a:extLst>
              <a:ext uri="{FF2B5EF4-FFF2-40B4-BE49-F238E27FC236}">
                <a16:creationId xmlns:a16="http://schemas.microsoft.com/office/drawing/2014/main" id="{B496D7CF-CA8B-3C72-059C-A7F3F8A44A4D}"/>
              </a:ext>
            </a:extLst>
          </p:cNvPr>
          <p:cNvSpPr/>
          <p:nvPr/>
        </p:nvSpPr>
        <p:spPr>
          <a:xfrm>
            <a:off x="4352672" y="5692154"/>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RBAC</a:t>
            </a:r>
            <a:endParaRPr lang="nl-NL" sz="1400"/>
          </a:p>
        </p:txBody>
      </p:sp>
      <p:sp>
        <p:nvSpPr>
          <p:cNvPr id="16" name="Oval 15">
            <a:extLst>
              <a:ext uri="{FF2B5EF4-FFF2-40B4-BE49-F238E27FC236}">
                <a16:creationId xmlns:a16="http://schemas.microsoft.com/office/drawing/2014/main" id="{9A2F6F8C-951F-CA51-082D-1ED0822F53C5}"/>
              </a:ext>
            </a:extLst>
          </p:cNvPr>
          <p:cNvSpPr/>
          <p:nvPr/>
        </p:nvSpPr>
        <p:spPr>
          <a:xfrm>
            <a:off x="4679931" y="7563168"/>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Backup</a:t>
            </a:r>
            <a:endParaRPr lang="nl-NL" sz="1400"/>
          </a:p>
        </p:txBody>
      </p:sp>
      <p:sp>
        <p:nvSpPr>
          <p:cNvPr id="17" name="Oval 16">
            <a:extLst>
              <a:ext uri="{FF2B5EF4-FFF2-40B4-BE49-F238E27FC236}">
                <a16:creationId xmlns:a16="http://schemas.microsoft.com/office/drawing/2014/main" id="{88501D36-A9B5-7C18-5871-91ED0E5C7E13}"/>
              </a:ext>
            </a:extLst>
          </p:cNvPr>
          <p:cNvSpPr/>
          <p:nvPr/>
        </p:nvSpPr>
        <p:spPr>
          <a:xfrm>
            <a:off x="5965431" y="6377172"/>
            <a:ext cx="1285500" cy="6069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t>Auditlogs</a:t>
            </a:r>
            <a:endParaRPr lang="nl-NL" sz="1400"/>
          </a:p>
        </p:txBody>
      </p:sp>
    </p:spTree>
    <p:extLst>
      <p:ext uri="{BB962C8B-B14F-4D97-AF65-F5344CB8AC3E}">
        <p14:creationId xmlns:p14="http://schemas.microsoft.com/office/powerpoint/2010/main" val="209910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B81FEEEB-26D1-B624-122D-D458DA9D6725}"/>
              </a:ext>
            </a:extLst>
          </p:cNvPr>
          <p:cNvSpPr>
            <a:spLocks noGrp="1"/>
          </p:cNvSpPr>
          <p:nvPr>
            <p:ph type="title"/>
          </p:nvPr>
        </p:nvSpPr>
        <p:spPr>
          <a:xfrm>
            <a:off x="880110" y="511177"/>
            <a:ext cx="11041380" cy="1855788"/>
          </a:xfrm>
        </p:spPr>
        <p:txBody>
          <a:bodyPr anchor="ctr">
            <a:normAutofit/>
          </a:bodyPr>
          <a:lstStyle/>
          <a:p>
            <a:r>
              <a:rPr lang="nl-NL" sz="5400" err="1"/>
              <a:t>Risco</a:t>
            </a:r>
            <a:r>
              <a:rPr lang="nl-NL" sz="5400"/>
              <a:t> Matrix (zonder maatregelen)</a:t>
            </a:r>
          </a:p>
        </p:txBody>
      </p:sp>
      <p:pic>
        <p:nvPicPr>
          <p:cNvPr id="6" name="Picture 5">
            <a:extLst>
              <a:ext uri="{FF2B5EF4-FFF2-40B4-BE49-F238E27FC236}">
                <a16:creationId xmlns:a16="http://schemas.microsoft.com/office/drawing/2014/main" id="{C2543BF6-3D02-7F53-6AB9-8D7A8D2241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110" y="3333034"/>
            <a:ext cx="11041380" cy="4537554"/>
          </a:xfrm>
          <a:prstGeom prst="rect">
            <a:avLst/>
          </a:prstGeom>
          <a:noFill/>
        </p:spPr>
      </p:pic>
    </p:spTree>
    <p:extLst>
      <p:ext uri="{BB962C8B-B14F-4D97-AF65-F5344CB8AC3E}">
        <p14:creationId xmlns:p14="http://schemas.microsoft.com/office/powerpoint/2010/main" val="2254201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469106" y="613722"/>
            <a:ext cx="11041380" cy="555623"/>
          </a:xfrm>
        </p:spPr>
        <p:txBody>
          <a:bodyPr>
            <a:normAutofit fontScale="90000"/>
          </a:bodyPr>
          <a:lstStyle/>
          <a:p>
            <a:r>
              <a:rPr lang="nl-NL"/>
              <a:t>Reflectie</a:t>
            </a:r>
          </a:p>
        </p:txBody>
      </p:sp>
      <p:sp>
        <p:nvSpPr>
          <p:cNvPr id="8" name="TextBox 7">
            <a:extLst>
              <a:ext uri="{FF2B5EF4-FFF2-40B4-BE49-F238E27FC236}">
                <a16:creationId xmlns:a16="http://schemas.microsoft.com/office/drawing/2014/main" id="{BDED3019-122C-8957-BE97-606A7F8B4C13}"/>
              </a:ext>
            </a:extLst>
          </p:cNvPr>
          <p:cNvSpPr txBox="1"/>
          <p:nvPr/>
        </p:nvSpPr>
        <p:spPr>
          <a:xfrm>
            <a:off x="466344" y="1389537"/>
            <a:ext cx="6400800" cy="463075"/>
          </a:xfrm>
          <a:prstGeom prst="rect">
            <a:avLst/>
          </a:prstGeom>
          <a:noFill/>
        </p:spPr>
        <p:txBody>
          <a:bodyPr wrap="square">
            <a:spAutoFit/>
          </a:bodyPr>
          <a:lstStyle/>
          <a:p>
            <a:pPr>
              <a:lnSpc>
                <a:spcPct val="150000"/>
              </a:lnSpc>
            </a:pPr>
            <a:r>
              <a:rPr lang="en-US" sz="1800" b="1" err="1">
                <a:ea typeface="MiSans" pitchFamily="34" charset="-122"/>
                <a:cs typeface="MiSans" pitchFamily="34" charset="-120"/>
              </a:rPr>
              <a:t>Analyse</a:t>
            </a:r>
            <a:r>
              <a:rPr lang="en-US" sz="1800" b="1">
                <a:ea typeface="MiSans" pitchFamily="34" charset="-122"/>
                <a:cs typeface="MiSans" pitchFamily="34" charset="-120"/>
              </a:rPr>
              <a:t> van de </a:t>
            </a:r>
            <a:r>
              <a:rPr lang="en-US" sz="1800" b="1" err="1">
                <a:ea typeface="MiSans" pitchFamily="34" charset="-122"/>
                <a:cs typeface="MiSans" pitchFamily="34" charset="-120"/>
              </a:rPr>
              <a:t>risico's</a:t>
            </a:r>
            <a:r>
              <a:rPr lang="en-US" sz="1800" b="1">
                <a:ea typeface="MiSans" pitchFamily="34" charset="-122"/>
                <a:cs typeface="MiSans" pitchFamily="34" charset="-120"/>
              </a:rPr>
              <a:t>:</a:t>
            </a:r>
            <a:endParaRPr lang="en-US" sz="2400"/>
          </a:p>
        </p:txBody>
      </p:sp>
      <p:sp>
        <p:nvSpPr>
          <p:cNvPr id="9" name="Text 4">
            <a:extLst>
              <a:ext uri="{FF2B5EF4-FFF2-40B4-BE49-F238E27FC236}">
                <a16:creationId xmlns:a16="http://schemas.microsoft.com/office/drawing/2014/main" id="{F9EEE8B3-97FE-06D4-68BB-B0EB74D5A920}"/>
              </a:ext>
            </a:extLst>
          </p:cNvPr>
          <p:cNvSpPr/>
          <p:nvPr/>
        </p:nvSpPr>
        <p:spPr>
          <a:xfrm>
            <a:off x="548640" y="2940058"/>
            <a:ext cx="10644188" cy="1074610"/>
          </a:xfrm>
          <a:prstGeom prst="rect">
            <a:avLst/>
          </a:prstGeom>
          <a:noFill/>
          <a:ln/>
        </p:spPr>
        <p:txBody>
          <a:bodyPr wrap="square" lIns="0" tIns="0" rIns="0" bIns="0" rtlCol="0" anchor="ctr"/>
          <a:lstStyle/>
          <a:p>
            <a:r>
              <a:rPr lang="en-US">
                <a:ea typeface="MiSans" pitchFamily="34" charset="-122"/>
                <a:cs typeface="MiSans" pitchFamily="34" charset="-120"/>
              </a:rPr>
              <a:t>Door de </a:t>
            </a:r>
            <a:r>
              <a:rPr lang="en-US" err="1">
                <a:ea typeface="MiSans" pitchFamily="34" charset="-122"/>
                <a:cs typeface="MiSans" pitchFamily="34" charset="-120"/>
              </a:rPr>
              <a:t>implementatie</a:t>
            </a:r>
            <a:r>
              <a:rPr lang="en-US">
                <a:ea typeface="MiSans" pitchFamily="34" charset="-122"/>
                <a:cs typeface="MiSans" pitchFamily="34" charset="-120"/>
              </a:rPr>
              <a:t> van de </a:t>
            </a:r>
            <a:r>
              <a:rPr lang="en-US" err="1">
                <a:ea typeface="MiSans" pitchFamily="34" charset="-122"/>
                <a:cs typeface="MiSans" pitchFamily="34" charset="-120"/>
              </a:rPr>
              <a:t>voorgestelde</a:t>
            </a:r>
            <a:r>
              <a:rPr lang="en-US">
                <a:ea typeface="MiSans" pitchFamily="34" charset="-122"/>
                <a:cs typeface="MiSans" pitchFamily="34" charset="-120"/>
              </a:rPr>
              <a:t> </a:t>
            </a:r>
            <a:r>
              <a:rPr lang="en-US" err="1">
                <a:ea typeface="MiSans" pitchFamily="34" charset="-122"/>
                <a:cs typeface="MiSans" pitchFamily="34" charset="-120"/>
              </a:rPr>
              <a:t>preventieve</a:t>
            </a:r>
            <a:r>
              <a:rPr lang="en-US">
                <a:ea typeface="MiSans" pitchFamily="34" charset="-122"/>
                <a:cs typeface="MiSans" pitchFamily="34" charset="-120"/>
              </a:rPr>
              <a:t> </a:t>
            </a:r>
            <a:r>
              <a:rPr lang="en-US" err="1">
                <a:ea typeface="MiSans" pitchFamily="34" charset="-122"/>
                <a:cs typeface="MiSans" pitchFamily="34" charset="-120"/>
              </a:rPr>
              <a:t>en</a:t>
            </a:r>
            <a:r>
              <a:rPr lang="en-US">
                <a:ea typeface="MiSans" pitchFamily="34" charset="-122"/>
                <a:cs typeface="MiSans" pitchFamily="34" charset="-120"/>
              </a:rPr>
              <a:t> </a:t>
            </a:r>
            <a:r>
              <a:rPr lang="en-US" err="1">
                <a:ea typeface="MiSans" pitchFamily="34" charset="-122"/>
                <a:cs typeface="MiSans" pitchFamily="34" charset="-120"/>
              </a:rPr>
              <a:t>correctieve</a:t>
            </a:r>
            <a:r>
              <a:rPr lang="en-US">
                <a:ea typeface="MiSans" pitchFamily="34" charset="-122"/>
                <a:cs typeface="MiSans" pitchFamily="34" charset="-120"/>
              </a:rPr>
              <a:t> </a:t>
            </a:r>
            <a:r>
              <a:rPr lang="en-US" err="1">
                <a:ea typeface="MiSans" pitchFamily="34" charset="-122"/>
                <a:cs typeface="MiSans" pitchFamily="34" charset="-120"/>
              </a:rPr>
              <a:t>maatregelen</a:t>
            </a:r>
            <a:r>
              <a:rPr lang="en-US">
                <a:ea typeface="MiSans" pitchFamily="34" charset="-122"/>
                <a:cs typeface="MiSans" pitchFamily="34" charset="-120"/>
              </a:rPr>
              <a:t> </a:t>
            </a:r>
            <a:r>
              <a:rPr lang="en-US" err="1">
                <a:ea typeface="MiSans" pitchFamily="34" charset="-122"/>
                <a:cs typeface="MiSans" pitchFamily="34" charset="-120"/>
              </a:rPr>
              <a:t>kan</a:t>
            </a:r>
            <a:r>
              <a:rPr lang="en-US">
                <a:ea typeface="MiSans" pitchFamily="34" charset="-122"/>
                <a:cs typeface="MiSans" pitchFamily="34" charset="-120"/>
              </a:rPr>
              <a:t> het </a:t>
            </a:r>
            <a:r>
              <a:rPr lang="en-US" err="1">
                <a:ea typeface="MiSans" pitchFamily="34" charset="-122"/>
                <a:cs typeface="MiSans" pitchFamily="34" charset="-120"/>
              </a:rPr>
              <a:t>risiconiveau</a:t>
            </a:r>
            <a:r>
              <a:rPr lang="en-US">
                <a:ea typeface="MiSans" pitchFamily="34" charset="-122"/>
                <a:cs typeface="MiSans" pitchFamily="34" charset="-120"/>
              </a:rPr>
              <a:t> significant </a:t>
            </a:r>
            <a:r>
              <a:rPr lang="en-US" err="1">
                <a:ea typeface="MiSans" pitchFamily="34" charset="-122"/>
                <a:cs typeface="MiSans" pitchFamily="34" charset="-120"/>
              </a:rPr>
              <a:t>worden</a:t>
            </a:r>
            <a:r>
              <a:rPr lang="en-US">
                <a:ea typeface="MiSans" pitchFamily="34" charset="-122"/>
                <a:cs typeface="MiSans" pitchFamily="34" charset="-120"/>
              </a:rPr>
              <a:t> </a:t>
            </a:r>
            <a:r>
              <a:rPr lang="en-US" err="1">
                <a:ea typeface="MiSans" pitchFamily="34" charset="-122"/>
                <a:cs typeface="MiSans" pitchFamily="34" charset="-120"/>
              </a:rPr>
              <a:t>teruggebracht</a:t>
            </a:r>
            <a:r>
              <a:rPr lang="en-US">
                <a:ea typeface="MiSans" pitchFamily="34" charset="-122"/>
                <a:cs typeface="MiSans" pitchFamily="34" charset="-120"/>
              </a:rPr>
              <a:t>. De </a:t>
            </a:r>
            <a:r>
              <a:rPr lang="en-US" err="1">
                <a:ea typeface="MiSans" pitchFamily="34" charset="-122"/>
                <a:cs typeface="MiSans" pitchFamily="34" charset="-120"/>
              </a:rPr>
              <a:t>meeste</a:t>
            </a:r>
            <a:r>
              <a:rPr lang="en-US">
                <a:ea typeface="MiSans" pitchFamily="34" charset="-122"/>
                <a:cs typeface="MiSans" pitchFamily="34" charset="-120"/>
              </a:rPr>
              <a:t> </a:t>
            </a:r>
            <a:r>
              <a:rPr lang="en-US" err="1">
                <a:ea typeface="MiSans" pitchFamily="34" charset="-122"/>
                <a:cs typeface="MiSans" pitchFamily="34" charset="-120"/>
              </a:rPr>
              <a:t>risico's</a:t>
            </a:r>
            <a:r>
              <a:rPr lang="en-US">
                <a:ea typeface="MiSans" pitchFamily="34" charset="-122"/>
                <a:cs typeface="MiSans" pitchFamily="34" charset="-120"/>
              </a:rPr>
              <a:t> </a:t>
            </a:r>
            <a:r>
              <a:rPr lang="en-US" err="1">
                <a:ea typeface="MiSans" pitchFamily="34" charset="-122"/>
                <a:cs typeface="MiSans" pitchFamily="34" charset="-120"/>
              </a:rPr>
              <a:t>kunnen</a:t>
            </a:r>
            <a:r>
              <a:rPr lang="en-US">
                <a:ea typeface="MiSans" pitchFamily="34" charset="-122"/>
                <a:cs typeface="MiSans" pitchFamily="34" charset="-120"/>
              </a:rPr>
              <a:t> </a:t>
            </a:r>
            <a:r>
              <a:rPr lang="en-US" err="1">
                <a:ea typeface="MiSans" pitchFamily="34" charset="-122"/>
                <a:cs typeface="MiSans" pitchFamily="34" charset="-120"/>
              </a:rPr>
              <a:t>worden</a:t>
            </a:r>
            <a:r>
              <a:rPr lang="en-US">
                <a:ea typeface="MiSans" pitchFamily="34" charset="-122"/>
                <a:cs typeface="MiSans" pitchFamily="34" charset="-120"/>
              </a:rPr>
              <a:t> </a:t>
            </a:r>
            <a:r>
              <a:rPr lang="en-US" err="1">
                <a:ea typeface="MiSans" pitchFamily="34" charset="-122"/>
                <a:cs typeface="MiSans" pitchFamily="34" charset="-120"/>
              </a:rPr>
              <a:t>gereduceerd</a:t>
            </a:r>
            <a:r>
              <a:rPr lang="en-US">
                <a:ea typeface="MiSans" pitchFamily="34" charset="-122"/>
                <a:cs typeface="MiSans" pitchFamily="34" charset="-120"/>
              </a:rPr>
              <a:t> </a:t>
            </a:r>
            <a:r>
              <a:rPr lang="en-US" err="1">
                <a:ea typeface="MiSans" pitchFamily="34" charset="-122"/>
                <a:cs typeface="MiSans" pitchFamily="34" charset="-120"/>
              </a:rPr>
              <a:t>naar</a:t>
            </a:r>
            <a:r>
              <a:rPr lang="en-US">
                <a:ea typeface="MiSans" pitchFamily="34" charset="-122"/>
                <a:cs typeface="MiSans" pitchFamily="34" charset="-120"/>
              </a:rPr>
              <a:t> </a:t>
            </a:r>
            <a:r>
              <a:rPr lang="en-US" err="1">
                <a:ea typeface="MiSans" pitchFamily="34" charset="-122"/>
                <a:cs typeface="MiSans" pitchFamily="34" charset="-120"/>
              </a:rPr>
              <a:t>een</a:t>
            </a:r>
            <a:r>
              <a:rPr lang="en-US">
                <a:ea typeface="MiSans" pitchFamily="34" charset="-122"/>
                <a:cs typeface="MiSans" pitchFamily="34" charset="-120"/>
              </a:rPr>
              <a:t> </a:t>
            </a:r>
            <a:r>
              <a:rPr lang="en-US" err="1">
                <a:ea typeface="MiSans" pitchFamily="34" charset="-122"/>
                <a:cs typeface="MiSans" pitchFamily="34" charset="-120"/>
              </a:rPr>
              <a:t>acceptabel</a:t>
            </a:r>
            <a:r>
              <a:rPr lang="en-US">
                <a:ea typeface="MiSans" pitchFamily="34" charset="-122"/>
                <a:cs typeface="MiSans" pitchFamily="34" charset="-120"/>
              </a:rPr>
              <a:t> </a:t>
            </a:r>
            <a:r>
              <a:rPr lang="en-US" err="1">
                <a:ea typeface="MiSans" pitchFamily="34" charset="-122"/>
                <a:cs typeface="MiSans" pitchFamily="34" charset="-120"/>
              </a:rPr>
              <a:t>niveau</a:t>
            </a:r>
            <a:r>
              <a:rPr lang="en-US">
                <a:ea typeface="MiSans" pitchFamily="34" charset="-122"/>
                <a:cs typeface="MiSans" pitchFamily="34" charset="-120"/>
              </a:rPr>
              <a:t> (</a:t>
            </a:r>
            <a:r>
              <a:rPr lang="en-US" err="1">
                <a:ea typeface="MiSans" pitchFamily="34" charset="-122"/>
                <a:cs typeface="MiSans" pitchFamily="34" charset="-120"/>
              </a:rPr>
              <a:t>risicoscore</a:t>
            </a:r>
            <a:r>
              <a:rPr lang="en-US">
                <a:ea typeface="MiSans" pitchFamily="34" charset="-122"/>
                <a:cs typeface="MiSans" pitchFamily="34" charset="-120"/>
              </a:rPr>
              <a:t> 3-5). Met name MFA, awareness training </a:t>
            </a:r>
            <a:r>
              <a:rPr lang="en-US" err="1">
                <a:ea typeface="MiSans" pitchFamily="34" charset="-122"/>
                <a:cs typeface="MiSans" pitchFamily="34" charset="-120"/>
              </a:rPr>
              <a:t>en</a:t>
            </a:r>
            <a:r>
              <a:rPr lang="en-US">
                <a:ea typeface="MiSans" pitchFamily="34" charset="-122"/>
                <a:cs typeface="MiSans" pitchFamily="34" charset="-120"/>
              </a:rPr>
              <a:t> </a:t>
            </a:r>
            <a:r>
              <a:rPr lang="en-US" err="1">
                <a:ea typeface="MiSans" pitchFamily="34" charset="-122"/>
                <a:cs typeface="MiSans" pitchFamily="34" charset="-120"/>
              </a:rPr>
              <a:t>een</a:t>
            </a:r>
            <a:r>
              <a:rPr lang="en-US">
                <a:ea typeface="MiSans" pitchFamily="34" charset="-122"/>
                <a:cs typeface="MiSans" pitchFamily="34" charset="-120"/>
              </a:rPr>
              <a:t> </a:t>
            </a:r>
            <a:r>
              <a:rPr lang="en-US" err="1">
                <a:ea typeface="MiSans" pitchFamily="34" charset="-122"/>
                <a:cs typeface="MiSans" pitchFamily="34" charset="-120"/>
              </a:rPr>
              <a:t>goed</a:t>
            </a:r>
            <a:r>
              <a:rPr lang="en-US">
                <a:ea typeface="MiSans" pitchFamily="34" charset="-122"/>
                <a:cs typeface="MiSans" pitchFamily="34" charset="-120"/>
              </a:rPr>
              <a:t> incident response plan </a:t>
            </a:r>
            <a:r>
              <a:rPr lang="en-US" err="1">
                <a:ea typeface="MiSans" pitchFamily="34" charset="-122"/>
                <a:cs typeface="MiSans" pitchFamily="34" charset="-120"/>
              </a:rPr>
              <a:t>zijn</a:t>
            </a:r>
            <a:r>
              <a:rPr lang="en-US">
                <a:ea typeface="MiSans" pitchFamily="34" charset="-122"/>
                <a:cs typeface="MiSans" pitchFamily="34" charset="-120"/>
              </a:rPr>
              <a:t> </a:t>
            </a:r>
            <a:r>
              <a:rPr lang="en-US" err="1">
                <a:ea typeface="MiSans" pitchFamily="34" charset="-122"/>
                <a:cs typeface="MiSans" pitchFamily="34" charset="-120"/>
              </a:rPr>
              <a:t>kritieke</a:t>
            </a:r>
            <a:r>
              <a:rPr lang="en-US">
                <a:ea typeface="MiSans" pitchFamily="34" charset="-122"/>
                <a:cs typeface="MiSans" pitchFamily="34" charset="-120"/>
              </a:rPr>
              <a:t> </a:t>
            </a:r>
            <a:r>
              <a:rPr lang="en-US" err="1">
                <a:ea typeface="MiSans" pitchFamily="34" charset="-122"/>
                <a:cs typeface="MiSans" pitchFamily="34" charset="-120"/>
              </a:rPr>
              <a:t>succesfactoren</a:t>
            </a:r>
            <a:r>
              <a:rPr lang="en-US">
                <a:ea typeface="MiSans" pitchFamily="34" charset="-122"/>
                <a:cs typeface="MiSans" pitchFamily="34" charset="-120"/>
              </a:rPr>
              <a:t>.</a:t>
            </a:r>
            <a:endParaRPr lang="en-US"/>
          </a:p>
        </p:txBody>
      </p:sp>
      <p:sp>
        <p:nvSpPr>
          <p:cNvPr id="10" name="Text 4">
            <a:extLst>
              <a:ext uri="{FF2B5EF4-FFF2-40B4-BE49-F238E27FC236}">
                <a16:creationId xmlns:a16="http://schemas.microsoft.com/office/drawing/2014/main" id="{2BD7D46D-6621-F353-3509-DBEDB06FE963}"/>
              </a:ext>
            </a:extLst>
          </p:cNvPr>
          <p:cNvSpPr/>
          <p:nvPr/>
        </p:nvSpPr>
        <p:spPr>
          <a:xfrm>
            <a:off x="548640" y="1822594"/>
            <a:ext cx="10644188" cy="1074610"/>
          </a:xfrm>
          <a:prstGeom prst="rect">
            <a:avLst/>
          </a:prstGeom>
          <a:noFill/>
          <a:ln/>
        </p:spPr>
        <p:txBody>
          <a:bodyPr wrap="square" lIns="0" tIns="0" rIns="0" bIns="0" rtlCol="0" anchor="ctr"/>
          <a:lstStyle/>
          <a:p>
            <a:r>
              <a:rPr lang="en-US">
                <a:ea typeface="MiSans" pitchFamily="34" charset="-122"/>
                <a:cs typeface="MiSans" pitchFamily="34" charset="-120"/>
              </a:rPr>
              <a:t>De bow-tie analyse voor het EPD systeem van de huisartsenpraktijk laat zien dat de drie CIA-pijlers (Vertrouwelijkheid, Integriteit, </a:t>
            </a:r>
            <a:r>
              <a:rPr lang="en-US" err="1">
                <a:ea typeface="MiSans" pitchFamily="34" charset="-122"/>
                <a:cs typeface="MiSans" pitchFamily="34" charset="-120"/>
              </a:rPr>
              <a:t>Beschikbaarheid</a:t>
            </a:r>
            <a:r>
              <a:rPr lang="en-US">
                <a:ea typeface="MiSans" pitchFamily="34" charset="-122"/>
                <a:cs typeface="MiSans" pitchFamily="34" charset="-120"/>
              </a:rPr>
              <a:t>) elk specifieke bedreigingen en maatregelen kennen. De hoogste risico's zijn geidentificeerd bij phishing (R6) en datalekken/ransomware (R1, R4), met risicoscores van 15-16 in de huidige situatie.</a:t>
            </a:r>
            <a:endParaRPr lang="en-US"/>
          </a:p>
        </p:txBody>
      </p:sp>
      <p:sp>
        <p:nvSpPr>
          <p:cNvPr id="11" name="Text 6">
            <a:extLst>
              <a:ext uri="{FF2B5EF4-FFF2-40B4-BE49-F238E27FC236}">
                <a16:creationId xmlns:a16="http://schemas.microsoft.com/office/drawing/2014/main" id="{B5CF0158-5945-2B80-097D-6DB5DCF40C3A}"/>
              </a:ext>
            </a:extLst>
          </p:cNvPr>
          <p:cNvSpPr/>
          <p:nvPr/>
        </p:nvSpPr>
        <p:spPr>
          <a:xfrm>
            <a:off x="548640" y="4116314"/>
            <a:ext cx="2761488" cy="237092"/>
          </a:xfrm>
          <a:prstGeom prst="rect">
            <a:avLst/>
          </a:prstGeom>
          <a:noFill/>
          <a:ln/>
        </p:spPr>
        <p:txBody>
          <a:bodyPr wrap="square" lIns="0" tIns="0" rIns="0" bIns="0" rtlCol="0" anchor="ctr"/>
          <a:lstStyle/>
          <a:p>
            <a:pPr>
              <a:lnSpc>
                <a:spcPct val="150000"/>
              </a:lnSpc>
            </a:pPr>
            <a:r>
              <a:rPr lang="en-US" b="1">
                <a:ea typeface="MiSans" pitchFamily="34" charset="-122"/>
                <a:cs typeface="MiSans" pitchFamily="34" charset="-120"/>
              </a:rPr>
              <a:t>Belangrijkste inzichten:</a:t>
            </a:r>
            <a:endParaRPr lang="en-US"/>
          </a:p>
        </p:txBody>
      </p:sp>
      <p:sp>
        <p:nvSpPr>
          <p:cNvPr id="13" name="Text 7">
            <a:extLst>
              <a:ext uri="{FF2B5EF4-FFF2-40B4-BE49-F238E27FC236}">
                <a16:creationId xmlns:a16="http://schemas.microsoft.com/office/drawing/2014/main" id="{37E4B5DD-4EC0-88ED-3AF4-EA245DC742E5}"/>
              </a:ext>
            </a:extLst>
          </p:cNvPr>
          <p:cNvSpPr/>
          <p:nvPr/>
        </p:nvSpPr>
        <p:spPr>
          <a:xfrm>
            <a:off x="786765" y="4455052"/>
            <a:ext cx="10406063" cy="1666875"/>
          </a:xfrm>
          <a:prstGeom prst="rect">
            <a:avLst/>
          </a:prstGeom>
          <a:noFill/>
          <a:ln/>
        </p:spPr>
        <p:txBody>
          <a:bodyPr wrap="square" lIns="0" tIns="0" rIns="0" bIns="0" rtlCol="0" anchor="ctr"/>
          <a:lstStyle/>
          <a:p>
            <a:pPr marL="254000" indent="-254000">
              <a:lnSpc>
                <a:spcPct val="150000"/>
              </a:lnSpc>
              <a:spcBef>
                <a:spcPts val="10"/>
              </a:spcBef>
              <a:buSzPct val="100000"/>
              <a:buChar char="•"/>
            </a:pPr>
            <a:r>
              <a:rPr lang="en-US">
                <a:ea typeface="MiSans" pitchFamily="34" charset="-122"/>
                <a:cs typeface="MiSans" pitchFamily="34" charset="-120"/>
              </a:rPr>
              <a:t>De menselijke factor (phishing, insider threats) vormt het grootste risico</a:t>
            </a:r>
            <a:endParaRPr lang="en-US"/>
          </a:p>
          <a:p>
            <a:pPr marL="254000" indent="-254000">
              <a:lnSpc>
                <a:spcPct val="150000"/>
              </a:lnSpc>
              <a:spcBef>
                <a:spcPts val="10"/>
              </a:spcBef>
              <a:buSzPct val="100000"/>
              <a:buChar char="•"/>
            </a:pPr>
            <a:r>
              <a:rPr lang="en-US">
                <a:ea typeface="MiSans" pitchFamily="34" charset="-122"/>
                <a:cs typeface="MiSans" pitchFamily="34" charset="-120"/>
              </a:rPr>
              <a:t>Cloud-afhankelijkheid introduceert nieuwe risico's maar ook professionele beveiliging</a:t>
            </a:r>
            <a:endParaRPr lang="en-US"/>
          </a:p>
          <a:p>
            <a:pPr marL="254000" indent="-254000">
              <a:spcBef>
                <a:spcPts val="10"/>
              </a:spcBef>
              <a:buSzPct val="100000"/>
              <a:buChar char="•"/>
            </a:pPr>
            <a:r>
              <a:rPr lang="en-US">
                <a:ea typeface="MiSans" pitchFamily="34" charset="-122"/>
                <a:cs typeface="MiSans" pitchFamily="34" charset="-120"/>
              </a:rPr>
              <a:t>AVG-compliance vereist proactieve maatregelen en snelle meldprocedures</a:t>
            </a:r>
            <a:endParaRPr lang="en-US"/>
          </a:p>
          <a:p>
            <a:pPr marL="254000" indent="-254000">
              <a:lnSpc>
                <a:spcPct val="150000"/>
              </a:lnSpc>
              <a:spcBef>
                <a:spcPts val="10"/>
              </a:spcBef>
              <a:buSzPct val="100000"/>
              <a:buChar char="•"/>
            </a:pPr>
            <a:r>
              <a:rPr lang="en-US">
                <a:ea typeface="MiSans" pitchFamily="34" charset="-122"/>
                <a:cs typeface="MiSans" pitchFamily="34" charset="-120"/>
              </a:rPr>
              <a:t>Patientveiligheid staat central - integriteit en beschikbaarheid zijn levensbelangrijk</a:t>
            </a:r>
            <a:endParaRPr lang="en-US"/>
          </a:p>
          <a:p>
            <a:pPr marL="254000" indent="-254000">
              <a:lnSpc>
                <a:spcPct val="150000"/>
              </a:lnSpc>
              <a:spcBef>
                <a:spcPts val="10"/>
              </a:spcBef>
              <a:buSzPct val="100000"/>
              <a:buChar char="•"/>
            </a:pPr>
            <a:r>
              <a:rPr lang="en-US">
                <a:ea typeface="MiSans" pitchFamily="34" charset="-122"/>
                <a:cs typeface="MiSans" pitchFamily="34" charset="-120"/>
              </a:rPr>
              <a:t>Regelmatige testing van back-up en herstelprocedures is essentieel</a:t>
            </a:r>
            <a:endParaRPr lang="en-US"/>
          </a:p>
        </p:txBody>
      </p:sp>
    </p:spTree>
    <p:extLst>
      <p:ext uri="{BB962C8B-B14F-4D97-AF65-F5344CB8AC3E}">
        <p14:creationId xmlns:p14="http://schemas.microsoft.com/office/powerpoint/2010/main" val="29227230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ELEAFMETINGEN" val="742,677185058594;51,0236206054688;903,4169921875;99,2126007080078"/>
  <p:tag name="TYPE" val="Logo"/>
</p:tagLst>
</file>

<file path=ppt/theme/theme1.xml><?xml version="1.0" encoding="utf-8"?>
<a:theme xmlns:a="http://schemas.openxmlformats.org/drawingml/2006/main" name="Kantoorthema">
  <a:themeElements>
    <a:clrScheme name="Kantoorthe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84AD865079C64FB2A1609C0E278A07" ma:contentTypeVersion="7" ma:contentTypeDescription="Een nieuw document maken." ma:contentTypeScope="" ma:versionID="6f684dcf21f1ea676332706431e90d39">
  <xsd:schema xmlns:xsd="http://www.w3.org/2001/XMLSchema" xmlns:xs="http://www.w3.org/2001/XMLSchema" xmlns:p="http://schemas.microsoft.com/office/2006/metadata/properties" xmlns:ns2="81db8cb5-9360-48f0-9784-c515b20ec4ce" targetNamespace="http://schemas.microsoft.com/office/2006/metadata/properties" ma:root="true" ma:fieldsID="be8ea4631c4751bb6f7a662279a42821" ns2:_="">
    <xsd:import namespace="81db8cb5-9360-48f0-9784-c515b20ec4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b8cb5-9360-48f0-9784-c515b20ec4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0142579-657F-4D7D-9393-D6F51192A152}">
  <ds:schemaRefs>
    <ds:schemaRef ds:uri="http://schemas.microsoft.com/sharepoint/v3/contenttype/forms"/>
  </ds:schemaRefs>
</ds:datastoreItem>
</file>

<file path=customXml/itemProps2.xml><?xml version="1.0" encoding="utf-8"?>
<ds:datastoreItem xmlns:ds="http://schemas.openxmlformats.org/officeDocument/2006/customXml" ds:itemID="{BEB58817-FE4B-4F2C-A261-B5D43AA38FAA}">
  <ds:schemaRefs>
    <ds:schemaRef ds:uri="81db8cb5-9360-48f0-9784-c515b20ec4c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1B67916-0239-4038-9A43-292811AEBC2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 2013 - 2022</Template>
  <Application>Microsoft Office PowerPoint</Application>
  <PresentationFormat>A3 Paper (297x420 mm)</PresentationFormat>
  <Slides>11</Slides>
  <Notes>6</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Kantoorthema</vt:lpstr>
      <vt:lpstr>PowerPoint Presentation</vt:lpstr>
      <vt:lpstr>PowerPoint Presentation</vt:lpstr>
      <vt:lpstr>PowerPoint Presentation</vt:lpstr>
      <vt:lpstr>PowerPoint Presentation</vt:lpstr>
      <vt:lpstr>Riskregister</vt:lpstr>
      <vt:lpstr>Assetlijst project/applicatie</vt:lpstr>
      <vt:lpstr>Preventief control register</vt:lpstr>
      <vt:lpstr>Correctief control register</vt:lpstr>
      <vt:lpstr>PowerPoint Presentation</vt:lpstr>
      <vt:lpstr>Risco Matrix (zonder maatregelen)</vt:lpstr>
      <vt:lpstr>Reflectie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Maurice Snoeren</dc:creator>
  <cp:revision>7</cp:revision>
  <dcterms:created xsi:type="dcterms:W3CDTF">2023-04-25T14:00:36Z</dcterms:created>
  <dcterms:modified xsi:type="dcterms:W3CDTF">2026-02-12T10:02:56Z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0x0101008184AD865079C64FB2A1609C0E278A07</vt:lpwstr>
  </property>
</Properties>
</file>